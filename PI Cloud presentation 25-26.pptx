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80" r:id="rId2"/>
    <p:sldId id="257" r:id="rId3"/>
    <p:sldId id="272" r:id="rId4"/>
    <p:sldId id="271" r:id="rId5"/>
    <p:sldId id="260" r:id="rId6"/>
    <p:sldId id="261" r:id="rId7"/>
    <p:sldId id="262" r:id="rId8"/>
    <p:sldId id="274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</p:sldIdLst>
  <p:sldSz cx="13004800" cy="9753600"/>
  <p:notesSz cx="13004800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7C9927-E754-0584-FE2A-F842C09FB266}" v="563" dt="2025-10-30T23:25:37.34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166BB-889F-4509-B40D-B11ED605484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B33AB-5D37-4125-A6A3-9ADAD27EC86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4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3a9108fda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23a9108fda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34010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forth arctic students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B33AB-5D37-4125-A6A3-9ADAD27EC8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finally you</a:t>
            </a:r>
            <a:r>
              <a:rPr lang="en-US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an innovative SaaS application to serve the needs of students and teachers at Esprit while aligning with one of the Sustainable Development Goals.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B33AB-5D37-4125-A6A3-9ADAD27EC8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73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B33AB-5D37-4125-A6A3-9ADAD27EC8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50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 the end of this project you will acquire the following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B33AB-5D37-4125-A6A3-9ADAD27EC8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0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93D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1414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93D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D93D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sldNum" idx="12"/>
          </p:nvPr>
        </p:nvSpPr>
        <p:spPr>
          <a:xfrm>
            <a:off x="12049718" y="8842841"/>
            <a:ext cx="780373" cy="74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55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7491" y="2171700"/>
            <a:ext cx="11998325" cy="0"/>
          </a:xfrm>
          <a:custGeom>
            <a:avLst/>
            <a:gdLst/>
            <a:ahLst/>
            <a:cxnLst/>
            <a:rect l="l" t="t" r="r" b="b"/>
            <a:pathLst>
              <a:path w="11998325">
                <a:moveTo>
                  <a:pt x="0" y="0"/>
                </a:moveTo>
                <a:lnTo>
                  <a:pt x="11998071" y="0"/>
                </a:lnTo>
              </a:path>
            </a:pathLst>
          </a:custGeom>
          <a:ln w="12192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7491" y="635508"/>
            <a:ext cx="11998325" cy="0"/>
          </a:xfrm>
          <a:custGeom>
            <a:avLst/>
            <a:gdLst/>
            <a:ahLst/>
            <a:cxnLst/>
            <a:rect l="l" t="t" r="r" b="b"/>
            <a:pathLst>
              <a:path w="11998325">
                <a:moveTo>
                  <a:pt x="0" y="0"/>
                </a:moveTo>
                <a:lnTo>
                  <a:pt x="11998071" y="0"/>
                </a:lnTo>
              </a:path>
            </a:pathLst>
          </a:custGeom>
          <a:ln w="12192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5988" y="790143"/>
            <a:ext cx="4052823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D93D2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8314" y="3790058"/>
            <a:ext cx="11828170" cy="2550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1414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(olfa.chabbouh@esprit.tn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23a9108fdac_0_77"/>
          <p:cNvPicPr preferRelativeResize="0"/>
          <p:nvPr/>
        </p:nvPicPr>
        <p:blipFill rotWithShape="1">
          <a:blip r:embed="rId3">
            <a:alphaModFix/>
          </a:blip>
          <a:srcRect t="2498" b="2489"/>
          <a:stretch/>
        </p:blipFill>
        <p:spPr>
          <a:xfrm>
            <a:off x="1" y="-16135"/>
            <a:ext cx="9075628" cy="57471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3a9108fdac_0_77"/>
          <p:cNvSpPr/>
          <p:nvPr/>
        </p:nvSpPr>
        <p:spPr>
          <a:xfrm rot="19095363">
            <a:off x="2677637" y="1424502"/>
            <a:ext cx="11746771" cy="51927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5040" tIns="65040" rIns="65040" bIns="6504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endParaRPr sz="1493"/>
          </a:p>
        </p:txBody>
      </p:sp>
      <p:sp>
        <p:nvSpPr>
          <p:cNvPr id="131" name="Google Shape;131;g23a9108fdac_0_77"/>
          <p:cNvSpPr/>
          <p:nvPr/>
        </p:nvSpPr>
        <p:spPr>
          <a:xfrm rot="5400000">
            <a:off x="261591" y="-293152"/>
            <a:ext cx="4353446" cy="4873018"/>
          </a:xfrm>
          <a:custGeom>
            <a:avLst/>
            <a:gdLst/>
            <a:ahLst/>
            <a:cxnLst/>
            <a:rect l="l" t="t" r="r" b="b"/>
            <a:pathLst>
              <a:path w="6869494" h="7507645" extrusionOk="0">
                <a:moveTo>
                  <a:pt x="6869494" y="7507645"/>
                </a:moveTo>
                <a:lnTo>
                  <a:pt x="0" y="7507645"/>
                </a:lnTo>
                <a:lnTo>
                  <a:pt x="0" y="0"/>
                </a:lnTo>
                <a:lnTo>
                  <a:pt x="6869494" y="7507645"/>
                </a:lnTo>
                <a:close/>
              </a:path>
            </a:pathLst>
          </a:custGeom>
          <a:solidFill>
            <a:srgbClr val="EA4B33"/>
          </a:solidFill>
          <a:ln>
            <a:noFill/>
          </a:ln>
        </p:spPr>
      </p:sp>
      <p:sp>
        <p:nvSpPr>
          <p:cNvPr id="132" name="Google Shape;132;g23a9108fdac_0_77"/>
          <p:cNvSpPr/>
          <p:nvPr/>
        </p:nvSpPr>
        <p:spPr>
          <a:xfrm>
            <a:off x="87" y="-24760"/>
            <a:ext cx="6099391" cy="9782925"/>
          </a:xfrm>
          <a:custGeom>
            <a:avLst/>
            <a:gdLst/>
            <a:ahLst/>
            <a:cxnLst/>
            <a:rect l="l" t="t" r="r" b="b"/>
            <a:pathLst>
              <a:path w="8851059" h="11526982" extrusionOk="0">
                <a:moveTo>
                  <a:pt x="8851059" y="11526982"/>
                </a:moveTo>
                <a:lnTo>
                  <a:pt x="0" y="11526982"/>
                </a:lnTo>
                <a:lnTo>
                  <a:pt x="0" y="0"/>
                </a:lnTo>
                <a:lnTo>
                  <a:pt x="8851059" y="11526982"/>
                </a:lnTo>
                <a:close/>
              </a:path>
            </a:pathLst>
          </a:custGeom>
          <a:solidFill>
            <a:srgbClr val="6E1325"/>
          </a:solidFill>
          <a:ln>
            <a:noFill/>
          </a:ln>
        </p:spPr>
      </p:sp>
      <p:pic>
        <p:nvPicPr>
          <p:cNvPr id="134" name="Google Shape;134;g23a9108fdac_0_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032" y="986482"/>
            <a:ext cx="3850489" cy="1928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a9108fdac_0_77"/>
          <p:cNvPicPr preferRelativeResize="0"/>
          <p:nvPr/>
        </p:nvPicPr>
        <p:blipFill rotWithShape="1">
          <a:blip r:embed="rId5">
            <a:alphaModFix/>
          </a:blip>
          <a:srcRect l="26761" t="34965" r="24637" b="29899"/>
          <a:stretch/>
        </p:blipFill>
        <p:spPr>
          <a:xfrm>
            <a:off x="611272" y="6908054"/>
            <a:ext cx="2986133" cy="12953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pic>
        <p:nvPicPr>
          <p:cNvPr id="136" name="Google Shape;136;g23a9108fdac_0_77" descr="Création d'un département de français : l'AUF et l'Institut français vous  aident - AUF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27580" y="8922937"/>
            <a:ext cx="781195" cy="53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3a9108fdac_0_7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93851" y="8905482"/>
            <a:ext cx="781187" cy="57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3a9108fdac_0_7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88032" y="8905483"/>
            <a:ext cx="1005645" cy="53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23a9108fdac_0_77" descr="C:\Users\faten\Desktop\CA-19\C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46745" y="9038309"/>
            <a:ext cx="1070827" cy="3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23a9108fdac_0_7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70638" y="9000522"/>
            <a:ext cx="1453120" cy="40331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64;p1"/>
          <p:cNvSpPr txBox="1"/>
          <p:nvPr/>
        </p:nvSpPr>
        <p:spPr>
          <a:xfrm>
            <a:off x="4143826" y="5115311"/>
            <a:ext cx="9061282" cy="194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27" tIns="130027" rIns="130027" bIns="13002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600">
                <a:solidFill>
                  <a:schemeClr val="tx1"/>
                </a:solidFill>
                <a:latin typeface="Oswald"/>
                <a:sym typeface="Oswald"/>
              </a:rPr>
              <a:t>Cloud Integrated Project</a:t>
            </a:r>
            <a:endParaRPr lang="fr" sz="6600">
              <a:solidFill>
                <a:schemeClr val="tx1"/>
              </a:solidFill>
              <a:latin typeface="Oswald"/>
            </a:endParaRPr>
          </a:p>
          <a:p>
            <a:pPr algn="ctr">
              <a:lnSpc>
                <a:spcPct val="90000"/>
              </a:lnSpc>
              <a:buSzPts val="3600"/>
            </a:pPr>
            <a:endParaRPr lang="fr" sz="4800" b="0" i="0" u="none" strike="noStrike" cap="none">
              <a:solidFill>
                <a:schemeClr val="tx1"/>
              </a:solidFill>
              <a:latin typeface="Oswald"/>
              <a:ea typeface="Roboto"/>
            </a:endParaRPr>
          </a:p>
        </p:txBody>
      </p:sp>
      <p:sp>
        <p:nvSpPr>
          <p:cNvPr id="16" name="Google Shape;62;p1"/>
          <p:cNvSpPr txBox="1"/>
          <p:nvPr/>
        </p:nvSpPr>
        <p:spPr>
          <a:xfrm>
            <a:off x="4529743" y="2763046"/>
            <a:ext cx="9225387" cy="223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27" tIns="64996" rIns="130027" bIns="64996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ts val="1422"/>
              </a:spcBef>
              <a:buSzPts val="4700"/>
            </a:pPr>
            <a:r>
              <a:rPr lang="fr" sz="5650" dirty="0" err="1">
                <a:solidFill>
                  <a:srgbClr val="C00000"/>
                </a:solidFill>
                <a:latin typeface="Oswald"/>
                <a:ea typeface="Oswald"/>
                <a:cs typeface="Oswald"/>
                <a:sym typeface="Oswald"/>
              </a:rPr>
              <a:t>ArcTIC</a:t>
            </a:r>
            <a:r>
              <a:rPr lang="fr" sz="5650" dirty="0">
                <a:solidFill>
                  <a:srgbClr val="C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fr" sz="5650" dirty="0" err="1">
                <a:solidFill>
                  <a:srgbClr val="C00000"/>
                </a:solidFill>
                <a:latin typeface="Oswald"/>
                <a:sym typeface="Oswald"/>
              </a:rPr>
              <a:t>Specialization</a:t>
            </a:r>
            <a:endParaRPr sz="5650" dirty="0" err="1">
              <a:solidFill>
                <a:srgbClr val="C00000"/>
              </a:solidFill>
              <a:latin typeface="Oswald"/>
              <a:sym typeface="Oswald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2700" dirty="0">
                <a:solidFill>
                  <a:srgbClr val="C00000"/>
                </a:solidFill>
                <a:latin typeface="Covered By Your Grace"/>
                <a:ea typeface="Covered By Your Grace"/>
                <a:cs typeface="Covered By Your Grace"/>
                <a:sym typeface="Covered By Your Grace"/>
              </a:rPr>
              <a:t>2025</a:t>
            </a:r>
            <a:r>
              <a:rPr lang="fr" sz="2700" b="0" i="0" u="none" strike="noStrike" cap="none" dirty="0">
                <a:solidFill>
                  <a:srgbClr val="C00000"/>
                </a:solidFill>
                <a:latin typeface="Covered By Your Grace"/>
                <a:ea typeface="Covered By Your Grace"/>
                <a:cs typeface="Covered By Your Grace"/>
                <a:sym typeface="Covered By Your Grace"/>
              </a:rPr>
              <a:t> - </a:t>
            </a:r>
            <a:r>
              <a:rPr lang="fr" sz="2700" dirty="0">
                <a:solidFill>
                  <a:srgbClr val="C00000"/>
                </a:solidFill>
                <a:latin typeface="Covered By Your Grace"/>
                <a:ea typeface="Covered By Your Grace"/>
                <a:cs typeface="Covered By Your Grace"/>
                <a:sym typeface="Covered By Your Grace"/>
              </a:rPr>
              <a:t>2026</a:t>
            </a:r>
            <a:endParaRPr sz="27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728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3785" y="790143"/>
            <a:ext cx="430403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80"/>
              <a:t>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6689217"/>
            <a:ext cx="205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99459" y="2819400"/>
            <a:ext cx="5779135" cy="5781040"/>
            <a:chOff x="3299459" y="2819400"/>
            <a:chExt cx="5779135" cy="5781040"/>
          </a:xfrm>
        </p:grpSpPr>
        <p:sp>
          <p:nvSpPr>
            <p:cNvPr id="5" name="object 5"/>
            <p:cNvSpPr/>
            <p:nvPr/>
          </p:nvSpPr>
          <p:spPr>
            <a:xfrm>
              <a:off x="3299459" y="2819400"/>
              <a:ext cx="5779135" cy="5781040"/>
            </a:xfrm>
            <a:custGeom>
              <a:avLst/>
              <a:gdLst/>
              <a:ahLst/>
              <a:cxnLst/>
              <a:rect l="l" t="t" r="r" b="b"/>
              <a:pathLst>
                <a:path w="5779134" h="5781040">
                  <a:moveTo>
                    <a:pt x="2889504" y="0"/>
                  </a:moveTo>
                  <a:lnTo>
                    <a:pt x="0" y="2890266"/>
                  </a:lnTo>
                  <a:lnTo>
                    <a:pt x="2889504" y="5780532"/>
                  </a:lnTo>
                  <a:lnTo>
                    <a:pt x="5779008" y="2890266"/>
                  </a:lnTo>
                  <a:lnTo>
                    <a:pt x="2889504" y="0"/>
                  </a:lnTo>
                  <a:close/>
                </a:path>
              </a:pathLst>
            </a:custGeom>
            <a:solidFill>
              <a:srgbClr val="D7D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48861" y="3368801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1878329" y="0"/>
                  </a:moveTo>
                  <a:lnTo>
                    <a:pt x="375665" y="0"/>
                  </a:lnTo>
                  <a:lnTo>
                    <a:pt x="328534" y="2926"/>
                  </a:lnTo>
                  <a:lnTo>
                    <a:pt x="283152" y="11470"/>
                  </a:lnTo>
                  <a:lnTo>
                    <a:pt x="239872" y="25281"/>
                  </a:lnTo>
                  <a:lnTo>
                    <a:pt x="199044" y="44006"/>
                  </a:lnTo>
                  <a:lnTo>
                    <a:pt x="161020" y="67294"/>
                  </a:lnTo>
                  <a:lnTo>
                    <a:pt x="126153" y="94794"/>
                  </a:lnTo>
                  <a:lnTo>
                    <a:pt x="94794" y="126153"/>
                  </a:lnTo>
                  <a:lnTo>
                    <a:pt x="67294" y="161020"/>
                  </a:lnTo>
                  <a:lnTo>
                    <a:pt x="44006" y="199044"/>
                  </a:lnTo>
                  <a:lnTo>
                    <a:pt x="25281" y="239872"/>
                  </a:lnTo>
                  <a:lnTo>
                    <a:pt x="11470" y="283152"/>
                  </a:lnTo>
                  <a:lnTo>
                    <a:pt x="2926" y="328534"/>
                  </a:lnTo>
                  <a:lnTo>
                    <a:pt x="0" y="375665"/>
                  </a:lnTo>
                  <a:lnTo>
                    <a:pt x="0" y="1878330"/>
                  </a:lnTo>
                  <a:lnTo>
                    <a:pt x="2926" y="1925461"/>
                  </a:lnTo>
                  <a:lnTo>
                    <a:pt x="11470" y="1970843"/>
                  </a:lnTo>
                  <a:lnTo>
                    <a:pt x="25281" y="2014123"/>
                  </a:lnTo>
                  <a:lnTo>
                    <a:pt x="44006" y="2054951"/>
                  </a:lnTo>
                  <a:lnTo>
                    <a:pt x="67294" y="2092975"/>
                  </a:lnTo>
                  <a:lnTo>
                    <a:pt x="94794" y="2127842"/>
                  </a:lnTo>
                  <a:lnTo>
                    <a:pt x="126153" y="2159201"/>
                  </a:lnTo>
                  <a:lnTo>
                    <a:pt x="161020" y="2186701"/>
                  </a:lnTo>
                  <a:lnTo>
                    <a:pt x="199044" y="2209989"/>
                  </a:lnTo>
                  <a:lnTo>
                    <a:pt x="239872" y="2228714"/>
                  </a:lnTo>
                  <a:lnTo>
                    <a:pt x="283152" y="2242525"/>
                  </a:lnTo>
                  <a:lnTo>
                    <a:pt x="328534" y="2251069"/>
                  </a:lnTo>
                  <a:lnTo>
                    <a:pt x="375665" y="2253996"/>
                  </a:lnTo>
                  <a:lnTo>
                    <a:pt x="1878329" y="2253996"/>
                  </a:lnTo>
                  <a:lnTo>
                    <a:pt x="1925461" y="2251069"/>
                  </a:lnTo>
                  <a:lnTo>
                    <a:pt x="1970843" y="2242525"/>
                  </a:lnTo>
                  <a:lnTo>
                    <a:pt x="2014123" y="2228714"/>
                  </a:lnTo>
                  <a:lnTo>
                    <a:pt x="2054951" y="2209989"/>
                  </a:lnTo>
                  <a:lnTo>
                    <a:pt x="2092975" y="2186701"/>
                  </a:lnTo>
                  <a:lnTo>
                    <a:pt x="2127842" y="2159201"/>
                  </a:lnTo>
                  <a:lnTo>
                    <a:pt x="2159201" y="2127842"/>
                  </a:lnTo>
                  <a:lnTo>
                    <a:pt x="2186701" y="2092975"/>
                  </a:lnTo>
                  <a:lnTo>
                    <a:pt x="2209989" y="2054951"/>
                  </a:lnTo>
                  <a:lnTo>
                    <a:pt x="2228714" y="2014123"/>
                  </a:lnTo>
                  <a:lnTo>
                    <a:pt x="2242525" y="1970843"/>
                  </a:lnTo>
                  <a:lnTo>
                    <a:pt x="2251069" y="1925461"/>
                  </a:lnTo>
                  <a:lnTo>
                    <a:pt x="2253996" y="1878330"/>
                  </a:lnTo>
                  <a:lnTo>
                    <a:pt x="2253996" y="375665"/>
                  </a:lnTo>
                  <a:lnTo>
                    <a:pt x="2251069" y="328534"/>
                  </a:lnTo>
                  <a:lnTo>
                    <a:pt x="2242525" y="283152"/>
                  </a:lnTo>
                  <a:lnTo>
                    <a:pt x="2228714" y="239872"/>
                  </a:lnTo>
                  <a:lnTo>
                    <a:pt x="2209989" y="199044"/>
                  </a:lnTo>
                  <a:lnTo>
                    <a:pt x="2186701" y="161020"/>
                  </a:lnTo>
                  <a:lnTo>
                    <a:pt x="2159201" y="126153"/>
                  </a:lnTo>
                  <a:lnTo>
                    <a:pt x="2127842" y="94794"/>
                  </a:lnTo>
                  <a:lnTo>
                    <a:pt x="2092975" y="67294"/>
                  </a:lnTo>
                  <a:lnTo>
                    <a:pt x="2054951" y="44006"/>
                  </a:lnTo>
                  <a:lnTo>
                    <a:pt x="2014123" y="25281"/>
                  </a:lnTo>
                  <a:lnTo>
                    <a:pt x="1970843" y="11470"/>
                  </a:lnTo>
                  <a:lnTo>
                    <a:pt x="1925461" y="2926"/>
                  </a:lnTo>
                  <a:lnTo>
                    <a:pt x="1878329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48861" y="3368801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0" y="375665"/>
                  </a:moveTo>
                  <a:lnTo>
                    <a:pt x="2926" y="328534"/>
                  </a:lnTo>
                  <a:lnTo>
                    <a:pt x="11470" y="283152"/>
                  </a:lnTo>
                  <a:lnTo>
                    <a:pt x="25281" y="239872"/>
                  </a:lnTo>
                  <a:lnTo>
                    <a:pt x="44006" y="199044"/>
                  </a:lnTo>
                  <a:lnTo>
                    <a:pt x="67294" y="161020"/>
                  </a:lnTo>
                  <a:lnTo>
                    <a:pt x="94794" y="126153"/>
                  </a:lnTo>
                  <a:lnTo>
                    <a:pt x="126153" y="94794"/>
                  </a:lnTo>
                  <a:lnTo>
                    <a:pt x="161020" y="67294"/>
                  </a:lnTo>
                  <a:lnTo>
                    <a:pt x="199044" y="44006"/>
                  </a:lnTo>
                  <a:lnTo>
                    <a:pt x="239872" y="25281"/>
                  </a:lnTo>
                  <a:lnTo>
                    <a:pt x="283152" y="11470"/>
                  </a:lnTo>
                  <a:lnTo>
                    <a:pt x="328534" y="2926"/>
                  </a:lnTo>
                  <a:lnTo>
                    <a:pt x="375665" y="0"/>
                  </a:lnTo>
                  <a:lnTo>
                    <a:pt x="1878329" y="0"/>
                  </a:lnTo>
                  <a:lnTo>
                    <a:pt x="1925461" y="2926"/>
                  </a:lnTo>
                  <a:lnTo>
                    <a:pt x="1970843" y="11470"/>
                  </a:lnTo>
                  <a:lnTo>
                    <a:pt x="2014123" y="25281"/>
                  </a:lnTo>
                  <a:lnTo>
                    <a:pt x="2054951" y="44006"/>
                  </a:lnTo>
                  <a:lnTo>
                    <a:pt x="2092975" y="67294"/>
                  </a:lnTo>
                  <a:lnTo>
                    <a:pt x="2127842" y="94794"/>
                  </a:lnTo>
                  <a:lnTo>
                    <a:pt x="2159201" y="126153"/>
                  </a:lnTo>
                  <a:lnTo>
                    <a:pt x="2186701" y="161020"/>
                  </a:lnTo>
                  <a:lnTo>
                    <a:pt x="2209989" y="199044"/>
                  </a:lnTo>
                  <a:lnTo>
                    <a:pt x="2228714" y="239872"/>
                  </a:lnTo>
                  <a:lnTo>
                    <a:pt x="2242525" y="283152"/>
                  </a:lnTo>
                  <a:lnTo>
                    <a:pt x="2251069" y="328534"/>
                  </a:lnTo>
                  <a:lnTo>
                    <a:pt x="2253996" y="375665"/>
                  </a:lnTo>
                  <a:lnTo>
                    <a:pt x="2253996" y="1878330"/>
                  </a:lnTo>
                  <a:lnTo>
                    <a:pt x="2251069" y="1925461"/>
                  </a:lnTo>
                  <a:lnTo>
                    <a:pt x="2242525" y="1970843"/>
                  </a:lnTo>
                  <a:lnTo>
                    <a:pt x="2228714" y="2014123"/>
                  </a:lnTo>
                  <a:lnTo>
                    <a:pt x="2209989" y="2054951"/>
                  </a:lnTo>
                  <a:lnTo>
                    <a:pt x="2186701" y="2092975"/>
                  </a:lnTo>
                  <a:lnTo>
                    <a:pt x="2159201" y="2127842"/>
                  </a:lnTo>
                  <a:lnTo>
                    <a:pt x="2127842" y="2159201"/>
                  </a:lnTo>
                  <a:lnTo>
                    <a:pt x="2092975" y="2186701"/>
                  </a:lnTo>
                  <a:lnTo>
                    <a:pt x="2054951" y="2209989"/>
                  </a:lnTo>
                  <a:lnTo>
                    <a:pt x="2014123" y="2228714"/>
                  </a:lnTo>
                  <a:lnTo>
                    <a:pt x="1970843" y="2242525"/>
                  </a:lnTo>
                  <a:lnTo>
                    <a:pt x="1925461" y="2251069"/>
                  </a:lnTo>
                  <a:lnTo>
                    <a:pt x="1878329" y="2253996"/>
                  </a:lnTo>
                  <a:lnTo>
                    <a:pt x="375665" y="2253996"/>
                  </a:lnTo>
                  <a:lnTo>
                    <a:pt x="328534" y="2251069"/>
                  </a:lnTo>
                  <a:lnTo>
                    <a:pt x="283152" y="2242525"/>
                  </a:lnTo>
                  <a:lnTo>
                    <a:pt x="239872" y="2228714"/>
                  </a:lnTo>
                  <a:lnTo>
                    <a:pt x="199044" y="2209989"/>
                  </a:lnTo>
                  <a:lnTo>
                    <a:pt x="161020" y="2186701"/>
                  </a:lnTo>
                  <a:lnTo>
                    <a:pt x="126153" y="2159201"/>
                  </a:lnTo>
                  <a:lnTo>
                    <a:pt x="94794" y="2127842"/>
                  </a:lnTo>
                  <a:lnTo>
                    <a:pt x="67294" y="2092975"/>
                  </a:lnTo>
                  <a:lnTo>
                    <a:pt x="44006" y="2054951"/>
                  </a:lnTo>
                  <a:lnTo>
                    <a:pt x="25281" y="2014123"/>
                  </a:lnTo>
                  <a:lnTo>
                    <a:pt x="11470" y="1970843"/>
                  </a:lnTo>
                  <a:lnTo>
                    <a:pt x="2926" y="1925461"/>
                  </a:lnTo>
                  <a:lnTo>
                    <a:pt x="0" y="1878330"/>
                  </a:lnTo>
                  <a:lnTo>
                    <a:pt x="0" y="37566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81880" y="3883278"/>
            <a:ext cx="1186815" cy="11480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1270" algn="ctr">
              <a:lnSpc>
                <a:spcPts val="2860"/>
              </a:lnSpc>
              <a:spcBef>
                <a:spcPts val="415"/>
              </a:spcBef>
            </a:pPr>
            <a:r>
              <a:rPr sz="2600" spc="-204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600" spc="-3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600" spc="-3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600" spc="-1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t:</a:t>
            </a:r>
            <a:r>
              <a:rPr sz="2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4  </a:t>
            </a:r>
            <a:r>
              <a:rPr sz="2600" spc="-5">
                <a:solidFill>
                  <a:srgbClr val="FFFFFF"/>
                </a:solidFill>
                <a:latin typeface="Calibri"/>
                <a:cs typeface="Calibri"/>
              </a:rPr>
              <a:t>ArcTIC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2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tude</a:t>
            </a:r>
            <a:r>
              <a:rPr sz="2600" spc="-2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ts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63576" y="3355784"/>
            <a:ext cx="2280285" cy="2280285"/>
            <a:chOff x="6263576" y="3355784"/>
            <a:chExt cx="2280285" cy="2280285"/>
          </a:xfrm>
        </p:grpSpPr>
        <p:sp>
          <p:nvSpPr>
            <p:cNvPr id="10" name="object 10"/>
            <p:cNvSpPr/>
            <p:nvPr/>
          </p:nvSpPr>
          <p:spPr>
            <a:xfrm>
              <a:off x="6276594" y="3368801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1878329" y="0"/>
                  </a:moveTo>
                  <a:lnTo>
                    <a:pt x="375665" y="0"/>
                  </a:lnTo>
                  <a:lnTo>
                    <a:pt x="328534" y="2926"/>
                  </a:lnTo>
                  <a:lnTo>
                    <a:pt x="283152" y="11470"/>
                  </a:lnTo>
                  <a:lnTo>
                    <a:pt x="239872" y="25281"/>
                  </a:lnTo>
                  <a:lnTo>
                    <a:pt x="199044" y="44006"/>
                  </a:lnTo>
                  <a:lnTo>
                    <a:pt x="161020" y="67294"/>
                  </a:lnTo>
                  <a:lnTo>
                    <a:pt x="126153" y="94794"/>
                  </a:lnTo>
                  <a:lnTo>
                    <a:pt x="94794" y="126153"/>
                  </a:lnTo>
                  <a:lnTo>
                    <a:pt x="67294" y="161020"/>
                  </a:lnTo>
                  <a:lnTo>
                    <a:pt x="44006" y="199044"/>
                  </a:lnTo>
                  <a:lnTo>
                    <a:pt x="25281" y="239872"/>
                  </a:lnTo>
                  <a:lnTo>
                    <a:pt x="11470" y="283152"/>
                  </a:lnTo>
                  <a:lnTo>
                    <a:pt x="2926" y="328534"/>
                  </a:lnTo>
                  <a:lnTo>
                    <a:pt x="0" y="375665"/>
                  </a:lnTo>
                  <a:lnTo>
                    <a:pt x="0" y="1878330"/>
                  </a:lnTo>
                  <a:lnTo>
                    <a:pt x="2926" y="1925461"/>
                  </a:lnTo>
                  <a:lnTo>
                    <a:pt x="11470" y="1970843"/>
                  </a:lnTo>
                  <a:lnTo>
                    <a:pt x="25281" y="2014123"/>
                  </a:lnTo>
                  <a:lnTo>
                    <a:pt x="44006" y="2054951"/>
                  </a:lnTo>
                  <a:lnTo>
                    <a:pt x="67294" y="2092975"/>
                  </a:lnTo>
                  <a:lnTo>
                    <a:pt x="94794" y="2127842"/>
                  </a:lnTo>
                  <a:lnTo>
                    <a:pt x="126153" y="2159201"/>
                  </a:lnTo>
                  <a:lnTo>
                    <a:pt x="161020" y="2186701"/>
                  </a:lnTo>
                  <a:lnTo>
                    <a:pt x="199044" y="2209989"/>
                  </a:lnTo>
                  <a:lnTo>
                    <a:pt x="239872" y="2228714"/>
                  </a:lnTo>
                  <a:lnTo>
                    <a:pt x="283152" y="2242525"/>
                  </a:lnTo>
                  <a:lnTo>
                    <a:pt x="328534" y="2251069"/>
                  </a:lnTo>
                  <a:lnTo>
                    <a:pt x="375665" y="2253996"/>
                  </a:lnTo>
                  <a:lnTo>
                    <a:pt x="1878329" y="2253996"/>
                  </a:lnTo>
                  <a:lnTo>
                    <a:pt x="1925461" y="2251069"/>
                  </a:lnTo>
                  <a:lnTo>
                    <a:pt x="1970843" y="2242525"/>
                  </a:lnTo>
                  <a:lnTo>
                    <a:pt x="2014123" y="2228714"/>
                  </a:lnTo>
                  <a:lnTo>
                    <a:pt x="2054951" y="2209989"/>
                  </a:lnTo>
                  <a:lnTo>
                    <a:pt x="2092975" y="2186701"/>
                  </a:lnTo>
                  <a:lnTo>
                    <a:pt x="2127842" y="2159201"/>
                  </a:lnTo>
                  <a:lnTo>
                    <a:pt x="2159201" y="2127842"/>
                  </a:lnTo>
                  <a:lnTo>
                    <a:pt x="2186701" y="2092975"/>
                  </a:lnTo>
                  <a:lnTo>
                    <a:pt x="2209989" y="2054951"/>
                  </a:lnTo>
                  <a:lnTo>
                    <a:pt x="2228714" y="2014123"/>
                  </a:lnTo>
                  <a:lnTo>
                    <a:pt x="2242525" y="1970843"/>
                  </a:lnTo>
                  <a:lnTo>
                    <a:pt x="2251069" y="1925461"/>
                  </a:lnTo>
                  <a:lnTo>
                    <a:pt x="2253996" y="1878330"/>
                  </a:lnTo>
                  <a:lnTo>
                    <a:pt x="2253996" y="375665"/>
                  </a:lnTo>
                  <a:lnTo>
                    <a:pt x="2251069" y="328534"/>
                  </a:lnTo>
                  <a:lnTo>
                    <a:pt x="2242525" y="283152"/>
                  </a:lnTo>
                  <a:lnTo>
                    <a:pt x="2228714" y="239872"/>
                  </a:lnTo>
                  <a:lnTo>
                    <a:pt x="2209989" y="199044"/>
                  </a:lnTo>
                  <a:lnTo>
                    <a:pt x="2186701" y="161020"/>
                  </a:lnTo>
                  <a:lnTo>
                    <a:pt x="2159201" y="126153"/>
                  </a:lnTo>
                  <a:lnTo>
                    <a:pt x="2127842" y="94794"/>
                  </a:lnTo>
                  <a:lnTo>
                    <a:pt x="2092975" y="67294"/>
                  </a:lnTo>
                  <a:lnTo>
                    <a:pt x="2054951" y="44006"/>
                  </a:lnTo>
                  <a:lnTo>
                    <a:pt x="2014123" y="25281"/>
                  </a:lnTo>
                  <a:lnTo>
                    <a:pt x="1970843" y="11470"/>
                  </a:lnTo>
                  <a:lnTo>
                    <a:pt x="1925461" y="2926"/>
                  </a:lnTo>
                  <a:lnTo>
                    <a:pt x="1878329" y="0"/>
                  </a:lnTo>
                  <a:close/>
                </a:path>
              </a:pathLst>
            </a:custGeom>
            <a:solidFill>
              <a:srgbClr val="5F5B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76594" y="3368801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0" y="375665"/>
                  </a:moveTo>
                  <a:lnTo>
                    <a:pt x="2926" y="328534"/>
                  </a:lnTo>
                  <a:lnTo>
                    <a:pt x="11470" y="283152"/>
                  </a:lnTo>
                  <a:lnTo>
                    <a:pt x="25281" y="239872"/>
                  </a:lnTo>
                  <a:lnTo>
                    <a:pt x="44006" y="199044"/>
                  </a:lnTo>
                  <a:lnTo>
                    <a:pt x="67294" y="161020"/>
                  </a:lnTo>
                  <a:lnTo>
                    <a:pt x="94794" y="126153"/>
                  </a:lnTo>
                  <a:lnTo>
                    <a:pt x="126153" y="94794"/>
                  </a:lnTo>
                  <a:lnTo>
                    <a:pt x="161020" y="67294"/>
                  </a:lnTo>
                  <a:lnTo>
                    <a:pt x="199044" y="44006"/>
                  </a:lnTo>
                  <a:lnTo>
                    <a:pt x="239872" y="25281"/>
                  </a:lnTo>
                  <a:lnTo>
                    <a:pt x="283152" y="11470"/>
                  </a:lnTo>
                  <a:lnTo>
                    <a:pt x="328534" y="2926"/>
                  </a:lnTo>
                  <a:lnTo>
                    <a:pt x="375665" y="0"/>
                  </a:lnTo>
                  <a:lnTo>
                    <a:pt x="1878329" y="0"/>
                  </a:lnTo>
                  <a:lnTo>
                    <a:pt x="1925461" y="2926"/>
                  </a:lnTo>
                  <a:lnTo>
                    <a:pt x="1970843" y="11470"/>
                  </a:lnTo>
                  <a:lnTo>
                    <a:pt x="2014123" y="25281"/>
                  </a:lnTo>
                  <a:lnTo>
                    <a:pt x="2054951" y="44006"/>
                  </a:lnTo>
                  <a:lnTo>
                    <a:pt x="2092975" y="67294"/>
                  </a:lnTo>
                  <a:lnTo>
                    <a:pt x="2127842" y="94794"/>
                  </a:lnTo>
                  <a:lnTo>
                    <a:pt x="2159201" y="126153"/>
                  </a:lnTo>
                  <a:lnTo>
                    <a:pt x="2186701" y="161020"/>
                  </a:lnTo>
                  <a:lnTo>
                    <a:pt x="2209989" y="199044"/>
                  </a:lnTo>
                  <a:lnTo>
                    <a:pt x="2228714" y="239872"/>
                  </a:lnTo>
                  <a:lnTo>
                    <a:pt x="2242525" y="283152"/>
                  </a:lnTo>
                  <a:lnTo>
                    <a:pt x="2251069" y="328534"/>
                  </a:lnTo>
                  <a:lnTo>
                    <a:pt x="2253996" y="375665"/>
                  </a:lnTo>
                  <a:lnTo>
                    <a:pt x="2253996" y="1878330"/>
                  </a:lnTo>
                  <a:lnTo>
                    <a:pt x="2251069" y="1925461"/>
                  </a:lnTo>
                  <a:lnTo>
                    <a:pt x="2242525" y="1970843"/>
                  </a:lnTo>
                  <a:lnTo>
                    <a:pt x="2228714" y="2014123"/>
                  </a:lnTo>
                  <a:lnTo>
                    <a:pt x="2209989" y="2054951"/>
                  </a:lnTo>
                  <a:lnTo>
                    <a:pt x="2186701" y="2092975"/>
                  </a:lnTo>
                  <a:lnTo>
                    <a:pt x="2159201" y="2127842"/>
                  </a:lnTo>
                  <a:lnTo>
                    <a:pt x="2127842" y="2159201"/>
                  </a:lnTo>
                  <a:lnTo>
                    <a:pt x="2092975" y="2186701"/>
                  </a:lnTo>
                  <a:lnTo>
                    <a:pt x="2054951" y="2209989"/>
                  </a:lnTo>
                  <a:lnTo>
                    <a:pt x="2014123" y="2228714"/>
                  </a:lnTo>
                  <a:lnTo>
                    <a:pt x="1970843" y="2242525"/>
                  </a:lnTo>
                  <a:lnTo>
                    <a:pt x="1925461" y="2251069"/>
                  </a:lnTo>
                  <a:lnTo>
                    <a:pt x="1878329" y="2253996"/>
                  </a:lnTo>
                  <a:lnTo>
                    <a:pt x="375665" y="2253996"/>
                  </a:lnTo>
                  <a:lnTo>
                    <a:pt x="328534" y="2251069"/>
                  </a:lnTo>
                  <a:lnTo>
                    <a:pt x="283152" y="2242525"/>
                  </a:lnTo>
                  <a:lnTo>
                    <a:pt x="239872" y="2228714"/>
                  </a:lnTo>
                  <a:lnTo>
                    <a:pt x="199044" y="2209989"/>
                  </a:lnTo>
                  <a:lnTo>
                    <a:pt x="161020" y="2186701"/>
                  </a:lnTo>
                  <a:lnTo>
                    <a:pt x="126153" y="2159201"/>
                  </a:lnTo>
                  <a:lnTo>
                    <a:pt x="94794" y="2127842"/>
                  </a:lnTo>
                  <a:lnTo>
                    <a:pt x="67294" y="2092975"/>
                  </a:lnTo>
                  <a:lnTo>
                    <a:pt x="44006" y="2054951"/>
                  </a:lnTo>
                  <a:lnTo>
                    <a:pt x="25281" y="2014123"/>
                  </a:lnTo>
                  <a:lnTo>
                    <a:pt x="11470" y="1970843"/>
                  </a:lnTo>
                  <a:lnTo>
                    <a:pt x="2926" y="1925461"/>
                  </a:lnTo>
                  <a:lnTo>
                    <a:pt x="0" y="1878330"/>
                  </a:lnTo>
                  <a:lnTo>
                    <a:pt x="0" y="37566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41769" y="4245990"/>
            <a:ext cx="17221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5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0">
                <a:solidFill>
                  <a:srgbClr val="FFFFFF"/>
                </a:solidFill>
                <a:latin typeface="Calibri"/>
                <a:cs typeface="Calibri"/>
              </a:rPr>
              <a:t>ECTS:</a:t>
            </a:r>
            <a:r>
              <a:rPr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35844" y="5783516"/>
            <a:ext cx="2280285" cy="2280285"/>
            <a:chOff x="3835844" y="5783516"/>
            <a:chExt cx="2280285" cy="2280285"/>
          </a:xfrm>
        </p:grpSpPr>
        <p:sp>
          <p:nvSpPr>
            <p:cNvPr id="14" name="object 14"/>
            <p:cNvSpPr/>
            <p:nvPr/>
          </p:nvSpPr>
          <p:spPr>
            <a:xfrm>
              <a:off x="3848862" y="5796533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1878329" y="0"/>
                  </a:moveTo>
                  <a:lnTo>
                    <a:pt x="375665" y="0"/>
                  </a:lnTo>
                  <a:lnTo>
                    <a:pt x="328534" y="2926"/>
                  </a:lnTo>
                  <a:lnTo>
                    <a:pt x="283152" y="11470"/>
                  </a:lnTo>
                  <a:lnTo>
                    <a:pt x="239872" y="25281"/>
                  </a:lnTo>
                  <a:lnTo>
                    <a:pt x="199044" y="44006"/>
                  </a:lnTo>
                  <a:lnTo>
                    <a:pt x="161020" y="67294"/>
                  </a:lnTo>
                  <a:lnTo>
                    <a:pt x="126153" y="94794"/>
                  </a:lnTo>
                  <a:lnTo>
                    <a:pt x="94794" y="126153"/>
                  </a:lnTo>
                  <a:lnTo>
                    <a:pt x="67294" y="161020"/>
                  </a:lnTo>
                  <a:lnTo>
                    <a:pt x="44006" y="199044"/>
                  </a:lnTo>
                  <a:lnTo>
                    <a:pt x="25281" y="239872"/>
                  </a:lnTo>
                  <a:lnTo>
                    <a:pt x="11470" y="283152"/>
                  </a:lnTo>
                  <a:lnTo>
                    <a:pt x="2926" y="328534"/>
                  </a:lnTo>
                  <a:lnTo>
                    <a:pt x="0" y="375665"/>
                  </a:lnTo>
                  <a:lnTo>
                    <a:pt x="0" y="1878329"/>
                  </a:lnTo>
                  <a:lnTo>
                    <a:pt x="2926" y="1925461"/>
                  </a:lnTo>
                  <a:lnTo>
                    <a:pt x="11470" y="1970843"/>
                  </a:lnTo>
                  <a:lnTo>
                    <a:pt x="25281" y="2014123"/>
                  </a:lnTo>
                  <a:lnTo>
                    <a:pt x="44006" y="2054951"/>
                  </a:lnTo>
                  <a:lnTo>
                    <a:pt x="67294" y="2092975"/>
                  </a:lnTo>
                  <a:lnTo>
                    <a:pt x="94794" y="2127842"/>
                  </a:lnTo>
                  <a:lnTo>
                    <a:pt x="126153" y="2159201"/>
                  </a:lnTo>
                  <a:lnTo>
                    <a:pt x="161020" y="2186701"/>
                  </a:lnTo>
                  <a:lnTo>
                    <a:pt x="199044" y="2209989"/>
                  </a:lnTo>
                  <a:lnTo>
                    <a:pt x="239872" y="2228714"/>
                  </a:lnTo>
                  <a:lnTo>
                    <a:pt x="283152" y="2242525"/>
                  </a:lnTo>
                  <a:lnTo>
                    <a:pt x="328534" y="2251069"/>
                  </a:lnTo>
                  <a:lnTo>
                    <a:pt x="375665" y="2253996"/>
                  </a:lnTo>
                  <a:lnTo>
                    <a:pt x="1878329" y="2253996"/>
                  </a:lnTo>
                  <a:lnTo>
                    <a:pt x="1925461" y="2251069"/>
                  </a:lnTo>
                  <a:lnTo>
                    <a:pt x="1970843" y="2242525"/>
                  </a:lnTo>
                  <a:lnTo>
                    <a:pt x="2014123" y="2228714"/>
                  </a:lnTo>
                  <a:lnTo>
                    <a:pt x="2054951" y="2209989"/>
                  </a:lnTo>
                  <a:lnTo>
                    <a:pt x="2092975" y="2186701"/>
                  </a:lnTo>
                  <a:lnTo>
                    <a:pt x="2127842" y="2159201"/>
                  </a:lnTo>
                  <a:lnTo>
                    <a:pt x="2159201" y="2127842"/>
                  </a:lnTo>
                  <a:lnTo>
                    <a:pt x="2186701" y="2092975"/>
                  </a:lnTo>
                  <a:lnTo>
                    <a:pt x="2209989" y="2054951"/>
                  </a:lnTo>
                  <a:lnTo>
                    <a:pt x="2228714" y="2014123"/>
                  </a:lnTo>
                  <a:lnTo>
                    <a:pt x="2242525" y="1970843"/>
                  </a:lnTo>
                  <a:lnTo>
                    <a:pt x="2251069" y="1925461"/>
                  </a:lnTo>
                  <a:lnTo>
                    <a:pt x="2253996" y="1878329"/>
                  </a:lnTo>
                  <a:lnTo>
                    <a:pt x="2253996" y="375665"/>
                  </a:lnTo>
                  <a:lnTo>
                    <a:pt x="2251069" y="328534"/>
                  </a:lnTo>
                  <a:lnTo>
                    <a:pt x="2242525" y="283152"/>
                  </a:lnTo>
                  <a:lnTo>
                    <a:pt x="2228714" y="239872"/>
                  </a:lnTo>
                  <a:lnTo>
                    <a:pt x="2209989" y="199044"/>
                  </a:lnTo>
                  <a:lnTo>
                    <a:pt x="2186701" y="161020"/>
                  </a:lnTo>
                  <a:lnTo>
                    <a:pt x="2159201" y="126153"/>
                  </a:lnTo>
                  <a:lnTo>
                    <a:pt x="2127842" y="94794"/>
                  </a:lnTo>
                  <a:lnTo>
                    <a:pt x="2092975" y="67294"/>
                  </a:lnTo>
                  <a:lnTo>
                    <a:pt x="2054951" y="44006"/>
                  </a:lnTo>
                  <a:lnTo>
                    <a:pt x="2014123" y="25281"/>
                  </a:lnTo>
                  <a:lnTo>
                    <a:pt x="1970843" y="11470"/>
                  </a:lnTo>
                  <a:lnTo>
                    <a:pt x="1925461" y="2926"/>
                  </a:lnTo>
                  <a:lnTo>
                    <a:pt x="1878329" y="0"/>
                  </a:lnTo>
                  <a:close/>
                </a:path>
              </a:pathLst>
            </a:custGeom>
            <a:solidFill>
              <a:srgbClr val="527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8862" y="5796533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0" y="375665"/>
                  </a:moveTo>
                  <a:lnTo>
                    <a:pt x="2926" y="328534"/>
                  </a:lnTo>
                  <a:lnTo>
                    <a:pt x="11470" y="283152"/>
                  </a:lnTo>
                  <a:lnTo>
                    <a:pt x="25281" y="239872"/>
                  </a:lnTo>
                  <a:lnTo>
                    <a:pt x="44006" y="199044"/>
                  </a:lnTo>
                  <a:lnTo>
                    <a:pt x="67294" y="161020"/>
                  </a:lnTo>
                  <a:lnTo>
                    <a:pt x="94794" y="126153"/>
                  </a:lnTo>
                  <a:lnTo>
                    <a:pt x="126153" y="94794"/>
                  </a:lnTo>
                  <a:lnTo>
                    <a:pt x="161020" y="67294"/>
                  </a:lnTo>
                  <a:lnTo>
                    <a:pt x="199044" y="44006"/>
                  </a:lnTo>
                  <a:lnTo>
                    <a:pt x="239872" y="25281"/>
                  </a:lnTo>
                  <a:lnTo>
                    <a:pt x="283152" y="11470"/>
                  </a:lnTo>
                  <a:lnTo>
                    <a:pt x="328534" y="2926"/>
                  </a:lnTo>
                  <a:lnTo>
                    <a:pt x="375665" y="0"/>
                  </a:lnTo>
                  <a:lnTo>
                    <a:pt x="1878329" y="0"/>
                  </a:lnTo>
                  <a:lnTo>
                    <a:pt x="1925461" y="2926"/>
                  </a:lnTo>
                  <a:lnTo>
                    <a:pt x="1970843" y="11470"/>
                  </a:lnTo>
                  <a:lnTo>
                    <a:pt x="2014123" y="25281"/>
                  </a:lnTo>
                  <a:lnTo>
                    <a:pt x="2054951" y="44006"/>
                  </a:lnTo>
                  <a:lnTo>
                    <a:pt x="2092975" y="67294"/>
                  </a:lnTo>
                  <a:lnTo>
                    <a:pt x="2127842" y="94794"/>
                  </a:lnTo>
                  <a:lnTo>
                    <a:pt x="2159201" y="126153"/>
                  </a:lnTo>
                  <a:lnTo>
                    <a:pt x="2186701" y="161020"/>
                  </a:lnTo>
                  <a:lnTo>
                    <a:pt x="2209989" y="199044"/>
                  </a:lnTo>
                  <a:lnTo>
                    <a:pt x="2228714" y="239872"/>
                  </a:lnTo>
                  <a:lnTo>
                    <a:pt x="2242525" y="283152"/>
                  </a:lnTo>
                  <a:lnTo>
                    <a:pt x="2251069" y="328534"/>
                  </a:lnTo>
                  <a:lnTo>
                    <a:pt x="2253996" y="375665"/>
                  </a:lnTo>
                  <a:lnTo>
                    <a:pt x="2253996" y="1878329"/>
                  </a:lnTo>
                  <a:lnTo>
                    <a:pt x="2251069" y="1925461"/>
                  </a:lnTo>
                  <a:lnTo>
                    <a:pt x="2242525" y="1970843"/>
                  </a:lnTo>
                  <a:lnTo>
                    <a:pt x="2228714" y="2014123"/>
                  </a:lnTo>
                  <a:lnTo>
                    <a:pt x="2209989" y="2054951"/>
                  </a:lnTo>
                  <a:lnTo>
                    <a:pt x="2186701" y="2092975"/>
                  </a:lnTo>
                  <a:lnTo>
                    <a:pt x="2159201" y="2127842"/>
                  </a:lnTo>
                  <a:lnTo>
                    <a:pt x="2127842" y="2159201"/>
                  </a:lnTo>
                  <a:lnTo>
                    <a:pt x="2092975" y="2186701"/>
                  </a:lnTo>
                  <a:lnTo>
                    <a:pt x="2054951" y="2209989"/>
                  </a:lnTo>
                  <a:lnTo>
                    <a:pt x="2014123" y="2228714"/>
                  </a:lnTo>
                  <a:lnTo>
                    <a:pt x="1970843" y="2242525"/>
                  </a:lnTo>
                  <a:lnTo>
                    <a:pt x="1925461" y="2251069"/>
                  </a:lnTo>
                  <a:lnTo>
                    <a:pt x="1878329" y="2253996"/>
                  </a:lnTo>
                  <a:lnTo>
                    <a:pt x="375665" y="2253996"/>
                  </a:lnTo>
                  <a:lnTo>
                    <a:pt x="328534" y="2251069"/>
                  </a:lnTo>
                  <a:lnTo>
                    <a:pt x="283152" y="2242525"/>
                  </a:lnTo>
                  <a:lnTo>
                    <a:pt x="239872" y="2228714"/>
                  </a:lnTo>
                  <a:lnTo>
                    <a:pt x="199044" y="2209989"/>
                  </a:lnTo>
                  <a:lnTo>
                    <a:pt x="161020" y="2186701"/>
                  </a:lnTo>
                  <a:lnTo>
                    <a:pt x="126153" y="2159201"/>
                  </a:lnTo>
                  <a:lnTo>
                    <a:pt x="94794" y="2127842"/>
                  </a:lnTo>
                  <a:lnTo>
                    <a:pt x="67294" y="2092975"/>
                  </a:lnTo>
                  <a:lnTo>
                    <a:pt x="44006" y="2054951"/>
                  </a:lnTo>
                  <a:lnTo>
                    <a:pt x="25281" y="2014123"/>
                  </a:lnTo>
                  <a:lnTo>
                    <a:pt x="11470" y="1970843"/>
                  </a:lnTo>
                  <a:lnTo>
                    <a:pt x="2926" y="1925461"/>
                  </a:lnTo>
                  <a:lnTo>
                    <a:pt x="0" y="1878329"/>
                  </a:lnTo>
                  <a:lnTo>
                    <a:pt x="0" y="37566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34636" y="6311010"/>
            <a:ext cx="1282700" cy="1148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1270" algn="ctr">
              <a:lnSpc>
                <a:spcPct val="91600"/>
              </a:lnSpc>
              <a:spcBef>
                <a:spcPts val="365"/>
              </a:spcBef>
            </a:pPr>
            <a:r>
              <a:rPr sz="2600" spc="-30">
                <a:solidFill>
                  <a:srgbClr val="FFFFFF"/>
                </a:solidFill>
                <a:latin typeface="Calibri"/>
                <a:cs typeface="Calibri"/>
              </a:rPr>
              <a:t>Teaching </a:t>
            </a:r>
            <a:r>
              <a:rPr sz="2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0">
                <a:solidFill>
                  <a:srgbClr val="FFFFFF"/>
                </a:solidFill>
                <a:latin typeface="Calibri"/>
                <a:cs typeface="Calibri"/>
              </a:rPr>
              <a:t>hours:</a:t>
            </a:r>
            <a:r>
              <a:rPr sz="26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63 </a:t>
            </a:r>
            <a:r>
              <a:rPr sz="2600" spc="-5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5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63640" y="5783579"/>
            <a:ext cx="2280285" cy="2280285"/>
            <a:chOff x="6263640" y="5783579"/>
            <a:chExt cx="2280285" cy="2280285"/>
          </a:xfrm>
        </p:grpSpPr>
        <p:sp>
          <p:nvSpPr>
            <p:cNvPr id="18" name="object 18"/>
            <p:cNvSpPr/>
            <p:nvPr/>
          </p:nvSpPr>
          <p:spPr>
            <a:xfrm>
              <a:off x="6276594" y="5796533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1878329" y="0"/>
                  </a:moveTo>
                  <a:lnTo>
                    <a:pt x="375665" y="0"/>
                  </a:lnTo>
                  <a:lnTo>
                    <a:pt x="328534" y="2926"/>
                  </a:lnTo>
                  <a:lnTo>
                    <a:pt x="283152" y="11470"/>
                  </a:lnTo>
                  <a:lnTo>
                    <a:pt x="239872" y="25281"/>
                  </a:lnTo>
                  <a:lnTo>
                    <a:pt x="199044" y="44006"/>
                  </a:lnTo>
                  <a:lnTo>
                    <a:pt x="161020" y="67294"/>
                  </a:lnTo>
                  <a:lnTo>
                    <a:pt x="126153" y="94794"/>
                  </a:lnTo>
                  <a:lnTo>
                    <a:pt x="94794" y="126153"/>
                  </a:lnTo>
                  <a:lnTo>
                    <a:pt x="67294" y="161020"/>
                  </a:lnTo>
                  <a:lnTo>
                    <a:pt x="44006" y="199044"/>
                  </a:lnTo>
                  <a:lnTo>
                    <a:pt x="25281" y="239872"/>
                  </a:lnTo>
                  <a:lnTo>
                    <a:pt x="11470" y="283152"/>
                  </a:lnTo>
                  <a:lnTo>
                    <a:pt x="2926" y="328534"/>
                  </a:lnTo>
                  <a:lnTo>
                    <a:pt x="0" y="375665"/>
                  </a:lnTo>
                  <a:lnTo>
                    <a:pt x="0" y="1878329"/>
                  </a:lnTo>
                  <a:lnTo>
                    <a:pt x="2926" y="1925461"/>
                  </a:lnTo>
                  <a:lnTo>
                    <a:pt x="11470" y="1970843"/>
                  </a:lnTo>
                  <a:lnTo>
                    <a:pt x="25281" y="2014123"/>
                  </a:lnTo>
                  <a:lnTo>
                    <a:pt x="44006" y="2054951"/>
                  </a:lnTo>
                  <a:lnTo>
                    <a:pt x="67294" y="2092975"/>
                  </a:lnTo>
                  <a:lnTo>
                    <a:pt x="94794" y="2127842"/>
                  </a:lnTo>
                  <a:lnTo>
                    <a:pt x="126153" y="2159201"/>
                  </a:lnTo>
                  <a:lnTo>
                    <a:pt x="161020" y="2186701"/>
                  </a:lnTo>
                  <a:lnTo>
                    <a:pt x="199044" y="2209989"/>
                  </a:lnTo>
                  <a:lnTo>
                    <a:pt x="239872" y="2228714"/>
                  </a:lnTo>
                  <a:lnTo>
                    <a:pt x="283152" y="2242525"/>
                  </a:lnTo>
                  <a:lnTo>
                    <a:pt x="328534" y="2251069"/>
                  </a:lnTo>
                  <a:lnTo>
                    <a:pt x="375665" y="2253996"/>
                  </a:lnTo>
                  <a:lnTo>
                    <a:pt x="1878329" y="2253996"/>
                  </a:lnTo>
                  <a:lnTo>
                    <a:pt x="1925461" y="2251069"/>
                  </a:lnTo>
                  <a:lnTo>
                    <a:pt x="1970843" y="2242525"/>
                  </a:lnTo>
                  <a:lnTo>
                    <a:pt x="2014123" y="2228714"/>
                  </a:lnTo>
                  <a:lnTo>
                    <a:pt x="2054951" y="2209989"/>
                  </a:lnTo>
                  <a:lnTo>
                    <a:pt x="2092975" y="2186701"/>
                  </a:lnTo>
                  <a:lnTo>
                    <a:pt x="2127842" y="2159201"/>
                  </a:lnTo>
                  <a:lnTo>
                    <a:pt x="2159201" y="2127842"/>
                  </a:lnTo>
                  <a:lnTo>
                    <a:pt x="2186701" y="2092975"/>
                  </a:lnTo>
                  <a:lnTo>
                    <a:pt x="2209989" y="2054951"/>
                  </a:lnTo>
                  <a:lnTo>
                    <a:pt x="2228714" y="2014123"/>
                  </a:lnTo>
                  <a:lnTo>
                    <a:pt x="2242525" y="1970843"/>
                  </a:lnTo>
                  <a:lnTo>
                    <a:pt x="2251069" y="1925461"/>
                  </a:lnTo>
                  <a:lnTo>
                    <a:pt x="2253996" y="1878329"/>
                  </a:lnTo>
                  <a:lnTo>
                    <a:pt x="2253996" y="375665"/>
                  </a:lnTo>
                  <a:lnTo>
                    <a:pt x="2251069" y="328534"/>
                  </a:lnTo>
                  <a:lnTo>
                    <a:pt x="2242525" y="283152"/>
                  </a:lnTo>
                  <a:lnTo>
                    <a:pt x="2228714" y="239872"/>
                  </a:lnTo>
                  <a:lnTo>
                    <a:pt x="2209989" y="199044"/>
                  </a:lnTo>
                  <a:lnTo>
                    <a:pt x="2186701" y="161020"/>
                  </a:lnTo>
                  <a:lnTo>
                    <a:pt x="2159201" y="126153"/>
                  </a:lnTo>
                  <a:lnTo>
                    <a:pt x="2127842" y="94794"/>
                  </a:lnTo>
                  <a:lnTo>
                    <a:pt x="2092975" y="67294"/>
                  </a:lnTo>
                  <a:lnTo>
                    <a:pt x="2054951" y="44006"/>
                  </a:lnTo>
                  <a:lnTo>
                    <a:pt x="2014123" y="25281"/>
                  </a:lnTo>
                  <a:lnTo>
                    <a:pt x="1970843" y="11470"/>
                  </a:lnTo>
                  <a:lnTo>
                    <a:pt x="1925461" y="2926"/>
                  </a:lnTo>
                  <a:lnTo>
                    <a:pt x="1878329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76594" y="5796533"/>
              <a:ext cx="2254250" cy="2254250"/>
            </a:xfrm>
            <a:custGeom>
              <a:avLst/>
              <a:gdLst/>
              <a:ahLst/>
              <a:cxnLst/>
              <a:rect l="l" t="t" r="r" b="b"/>
              <a:pathLst>
                <a:path w="2254250" h="2254250">
                  <a:moveTo>
                    <a:pt x="0" y="375665"/>
                  </a:moveTo>
                  <a:lnTo>
                    <a:pt x="2926" y="328534"/>
                  </a:lnTo>
                  <a:lnTo>
                    <a:pt x="11470" y="283152"/>
                  </a:lnTo>
                  <a:lnTo>
                    <a:pt x="25281" y="239872"/>
                  </a:lnTo>
                  <a:lnTo>
                    <a:pt x="44006" y="199044"/>
                  </a:lnTo>
                  <a:lnTo>
                    <a:pt x="67294" y="161020"/>
                  </a:lnTo>
                  <a:lnTo>
                    <a:pt x="94794" y="126153"/>
                  </a:lnTo>
                  <a:lnTo>
                    <a:pt x="126153" y="94794"/>
                  </a:lnTo>
                  <a:lnTo>
                    <a:pt x="161020" y="67294"/>
                  </a:lnTo>
                  <a:lnTo>
                    <a:pt x="199044" y="44006"/>
                  </a:lnTo>
                  <a:lnTo>
                    <a:pt x="239872" y="25281"/>
                  </a:lnTo>
                  <a:lnTo>
                    <a:pt x="283152" y="11470"/>
                  </a:lnTo>
                  <a:lnTo>
                    <a:pt x="328534" y="2926"/>
                  </a:lnTo>
                  <a:lnTo>
                    <a:pt x="375665" y="0"/>
                  </a:lnTo>
                  <a:lnTo>
                    <a:pt x="1878329" y="0"/>
                  </a:lnTo>
                  <a:lnTo>
                    <a:pt x="1925461" y="2926"/>
                  </a:lnTo>
                  <a:lnTo>
                    <a:pt x="1970843" y="11470"/>
                  </a:lnTo>
                  <a:lnTo>
                    <a:pt x="2014123" y="25281"/>
                  </a:lnTo>
                  <a:lnTo>
                    <a:pt x="2054951" y="44006"/>
                  </a:lnTo>
                  <a:lnTo>
                    <a:pt x="2092975" y="67294"/>
                  </a:lnTo>
                  <a:lnTo>
                    <a:pt x="2127842" y="94794"/>
                  </a:lnTo>
                  <a:lnTo>
                    <a:pt x="2159201" y="126153"/>
                  </a:lnTo>
                  <a:lnTo>
                    <a:pt x="2186701" y="161020"/>
                  </a:lnTo>
                  <a:lnTo>
                    <a:pt x="2209989" y="199044"/>
                  </a:lnTo>
                  <a:lnTo>
                    <a:pt x="2228714" y="239872"/>
                  </a:lnTo>
                  <a:lnTo>
                    <a:pt x="2242525" y="283152"/>
                  </a:lnTo>
                  <a:lnTo>
                    <a:pt x="2251069" y="328534"/>
                  </a:lnTo>
                  <a:lnTo>
                    <a:pt x="2253996" y="375665"/>
                  </a:lnTo>
                  <a:lnTo>
                    <a:pt x="2253996" y="1878329"/>
                  </a:lnTo>
                  <a:lnTo>
                    <a:pt x="2251069" y="1925461"/>
                  </a:lnTo>
                  <a:lnTo>
                    <a:pt x="2242525" y="1970843"/>
                  </a:lnTo>
                  <a:lnTo>
                    <a:pt x="2228714" y="2014123"/>
                  </a:lnTo>
                  <a:lnTo>
                    <a:pt x="2209989" y="2054951"/>
                  </a:lnTo>
                  <a:lnTo>
                    <a:pt x="2186701" y="2092975"/>
                  </a:lnTo>
                  <a:lnTo>
                    <a:pt x="2159201" y="2127842"/>
                  </a:lnTo>
                  <a:lnTo>
                    <a:pt x="2127842" y="2159201"/>
                  </a:lnTo>
                  <a:lnTo>
                    <a:pt x="2092975" y="2186701"/>
                  </a:lnTo>
                  <a:lnTo>
                    <a:pt x="2054951" y="2209989"/>
                  </a:lnTo>
                  <a:lnTo>
                    <a:pt x="2014123" y="2228714"/>
                  </a:lnTo>
                  <a:lnTo>
                    <a:pt x="1970843" y="2242525"/>
                  </a:lnTo>
                  <a:lnTo>
                    <a:pt x="1925461" y="2251069"/>
                  </a:lnTo>
                  <a:lnTo>
                    <a:pt x="1878329" y="2253996"/>
                  </a:lnTo>
                  <a:lnTo>
                    <a:pt x="375665" y="2253996"/>
                  </a:lnTo>
                  <a:lnTo>
                    <a:pt x="328534" y="2251069"/>
                  </a:lnTo>
                  <a:lnTo>
                    <a:pt x="283152" y="2242525"/>
                  </a:lnTo>
                  <a:lnTo>
                    <a:pt x="239872" y="2228714"/>
                  </a:lnTo>
                  <a:lnTo>
                    <a:pt x="199044" y="2209989"/>
                  </a:lnTo>
                  <a:lnTo>
                    <a:pt x="161020" y="2186701"/>
                  </a:lnTo>
                  <a:lnTo>
                    <a:pt x="126153" y="2159201"/>
                  </a:lnTo>
                  <a:lnTo>
                    <a:pt x="94794" y="2127842"/>
                  </a:lnTo>
                  <a:lnTo>
                    <a:pt x="67294" y="2092975"/>
                  </a:lnTo>
                  <a:lnTo>
                    <a:pt x="44006" y="2054951"/>
                  </a:lnTo>
                  <a:lnTo>
                    <a:pt x="25281" y="2014123"/>
                  </a:lnTo>
                  <a:lnTo>
                    <a:pt x="11470" y="1970843"/>
                  </a:lnTo>
                  <a:lnTo>
                    <a:pt x="2926" y="1925461"/>
                  </a:lnTo>
                  <a:lnTo>
                    <a:pt x="0" y="1878329"/>
                  </a:lnTo>
                  <a:lnTo>
                    <a:pt x="0" y="37566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93002" y="5948298"/>
            <a:ext cx="1820545" cy="18738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3175" algn="ctr">
              <a:lnSpc>
                <a:spcPct val="91600"/>
              </a:lnSpc>
              <a:spcBef>
                <a:spcPts val="365"/>
              </a:spcBef>
            </a:pPr>
            <a:r>
              <a:rPr sz="2600" spc="-5">
                <a:solidFill>
                  <a:srgbClr val="FFFFFF"/>
                </a:solidFill>
                <a:latin typeface="Calibri"/>
                <a:cs typeface="Calibri"/>
              </a:rPr>
              <a:t>Periods: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0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P2 </a:t>
            </a:r>
            <a:r>
              <a:rPr sz="2600" spc="-1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the end </a:t>
            </a:r>
            <a:r>
              <a:rPr sz="2600" spc="-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60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>
                <a:solidFill>
                  <a:srgbClr val="FFFFFF"/>
                </a:solidFill>
                <a:latin typeface="Calibri"/>
                <a:cs typeface="Calibri"/>
              </a:rPr>
              <a:t>academic </a:t>
            </a:r>
            <a:r>
              <a:rPr sz="2600" spc="-5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0">
                <a:solidFill>
                  <a:srgbClr val="FFFFFF"/>
                </a:solidFill>
                <a:latin typeface="Calibri"/>
                <a:cs typeface="Calibri"/>
              </a:rPr>
              <a:t>year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545" y="790143"/>
            <a:ext cx="793750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20"/>
              <a:t>Ob</a:t>
            </a:r>
            <a:r>
              <a:rPr spc="-525"/>
              <a:t>j</a:t>
            </a:r>
            <a:r>
              <a:rPr spc="-520"/>
              <a:t>ec</a:t>
            </a:r>
            <a:r>
              <a:rPr spc="-525"/>
              <a:t>t</a:t>
            </a:r>
            <a:r>
              <a:rPr spc="-520"/>
              <a:t>i</a:t>
            </a:r>
            <a:r>
              <a:rPr spc="-515"/>
              <a:t>v</a:t>
            </a:r>
            <a:r>
              <a:rPr spc="-520"/>
              <a:t>e</a:t>
            </a:r>
            <a:r>
              <a:rPr spc="-5"/>
              <a:t>s</a:t>
            </a:r>
            <a:r>
              <a:rPr spc="-1060"/>
              <a:t> </a:t>
            </a:r>
            <a:r>
              <a:rPr spc="-525"/>
              <a:t>o</a:t>
            </a:r>
            <a:r>
              <a:rPr spc="-5"/>
              <a:t>f</a:t>
            </a:r>
            <a:r>
              <a:rPr spc="-1040"/>
              <a:t> </a:t>
            </a:r>
            <a:r>
              <a:rPr spc="-525"/>
              <a:t>th</a:t>
            </a:r>
            <a:r>
              <a:rPr spc="-5"/>
              <a:t>e</a:t>
            </a:r>
            <a:r>
              <a:rPr spc="-1060"/>
              <a:t> </a:t>
            </a:r>
            <a:r>
              <a:rPr spc="-525"/>
              <a:t>proj</a:t>
            </a:r>
            <a:r>
              <a:rPr spc="-520"/>
              <a:t>ec</a:t>
            </a:r>
            <a:r>
              <a:rPr spc="-5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400" y="2486373"/>
            <a:ext cx="11734800" cy="6546792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spc="75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75" dirty="0">
                <a:solidFill>
                  <a:srgbClr val="414141"/>
                </a:solidFill>
                <a:latin typeface="Times New Roman"/>
                <a:cs typeface="Times New Roman"/>
              </a:rPr>
              <a:t>Setting</a:t>
            </a:r>
            <a:r>
              <a:rPr sz="2800" spc="15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45" dirty="0">
                <a:solidFill>
                  <a:srgbClr val="414141"/>
                </a:solidFill>
                <a:latin typeface="Times New Roman"/>
                <a:cs typeface="Times New Roman"/>
              </a:rPr>
              <a:t>up</a:t>
            </a:r>
            <a:r>
              <a:rPr sz="2800" spc="18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6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414141"/>
                </a:solidFill>
                <a:latin typeface="Times New Roman"/>
                <a:cs typeface="Times New Roman"/>
              </a:rPr>
              <a:t>Cloud</a:t>
            </a:r>
            <a:r>
              <a:rPr sz="2800" spc="15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5" dirty="0">
                <a:solidFill>
                  <a:srgbClr val="414141"/>
                </a:solidFill>
                <a:latin typeface="Times New Roman"/>
                <a:cs typeface="Times New Roman"/>
              </a:rPr>
              <a:t>infrastructure</a:t>
            </a:r>
            <a:r>
              <a:rPr lang="fr-FR" sz="2800" spc="8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2800" spc="60" dirty="0">
                <a:solidFill>
                  <a:srgbClr val="414141"/>
                </a:solidFill>
                <a:latin typeface="Times New Roman"/>
                <a:cs typeface="Times New Roman"/>
              </a:rPr>
              <a:t>IaaS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fr-FR"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fr-FR" sz="2800" spc="75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75" dirty="0">
                <a:solidFill>
                  <a:srgbClr val="414141"/>
                </a:solidFill>
                <a:latin typeface="Times New Roman"/>
                <a:cs typeface="Times New Roman"/>
              </a:rPr>
              <a:t>Setting</a:t>
            </a:r>
            <a:r>
              <a:rPr sz="2800" spc="16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45" dirty="0">
                <a:solidFill>
                  <a:srgbClr val="414141"/>
                </a:solidFill>
                <a:latin typeface="Times New Roman"/>
                <a:cs typeface="Times New Roman"/>
              </a:rPr>
              <a:t>up</a:t>
            </a:r>
            <a:r>
              <a:rPr sz="2800" spc="18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40" dirty="0">
                <a:solidFill>
                  <a:srgbClr val="414141"/>
                </a:solidFill>
                <a:latin typeface="Times New Roman"/>
                <a:cs typeface="Times New Roman"/>
              </a:rPr>
              <a:t>an</a:t>
            </a:r>
            <a:r>
              <a:rPr sz="2800" spc="17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orchestrated</a:t>
            </a:r>
            <a:r>
              <a:rPr sz="2800" spc="16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75" dirty="0">
                <a:solidFill>
                  <a:srgbClr val="414141"/>
                </a:solidFill>
                <a:latin typeface="Times New Roman"/>
                <a:cs typeface="Times New Roman"/>
              </a:rPr>
              <a:t>deployment</a:t>
            </a:r>
            <a:r>
              <a:rPr sz="2800" spc="17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environment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fr-FR" sz="43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</a:pPr>
            <a:r>
              <a:rPr lang="fr-FR" sz="2800" b="1" spc="80" dirty="0">
                <a:solidFill>
                  <a:srgbClr val="00AF50"/>
                </a:solidFill>
                <a:latin typeface="Times New Roman"/>
                <a:cs typeface="Times New Roman"/>
              </a:rPr>
              <a:t>	</a:t>
            </a:r>
            <a:r>
              <a:rPr sz="2800" b="1" spc="80" dirty="0" err="1">
                <a:solidFill>
                  <a:srgbClr val="00AF50"/>
                </a:solidFill>
                <a:latin typeface="Times New Roman"/>
                <a:cs typeface="Times New Roman"/>
              </a:rPr>
              <a:t>Proposing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,</a:t>
            </a:r>
            <a:r>
              <a:rPr sz="2800" spc="16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b="1" spc="80" dirty="0" err="1">
                <a:solidFill>
                  <a:srgbClr val="006FC0"/>
                </a:solidFill>
                <a:latin typeface="Times New Roman"/>
                <a:cs typeface="Times New Roman"/>
              </a:rPr>
              <a:t>developing</a:t>
            </a:r>
            <a:r>
              <a:rPr sz="2800" b="1" spc="1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&amp;</a:t>
            </a:r>
            <a:r>
              <a:rPr sz="2800" spc="19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b="1" spc="80" dirty="0" err="1">
                <a:solidFill>
                  <a:srgbClr val="FF0000"/>
                </a:solidFill>
                <a:latin typeface="Times New Roman"/>
                <a:cs typeface="Times New Roman"/>
              </a:rPr>
              <a:t>deploying</a:t>
            </a:r>
            <a:r>
              <a:rPr sz="2800" b="1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8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50" dirty="0">
                <a:solidFill>
                  <a:srgbClr val="414141"/>
                </a:solidFill>
                <a:latin typeface="Times New Roman"/>
                <a:cs typeface="Times New Roman"/>
              </a:rPr>
              <a:t>web</a:t>
            </a:r>
            <a:r>
              <a:rPr sz="2800" spc="18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application</a:t>
            </a:r>
            <a:endParaRPr lang="fr-FR" sz="2800" spc="80" dirty="0">
              <a:solidFill>
                <a:srgbClr val="414141"/>
              </a:solidFill>
              <a:latin typeface="Times New Roman"/>
              <a:cs typeface="Times New Roman"/>
            </a:endParaRPr>
          </a:p>
          <a:p>
            <a:pPr marL="44450"/>
            <a:endParaRPr lang="en-US" sz="2800"/>
          </a:p>
          <a:p>
            <a:pPr marL="44450"/>
            <a:endParaRPr lang="en-US" sz="2800"/>
          </a:p>
          <a:p>
            <a:pPr marL="44450"/>
            <a:endParaRPr lang="en-US" sz="2800"/>
          </a:p>
          <a:p>
            <a:pPr marL="44450"/>
            <a:endParaRPr lang="en-US" sz="2800"/>
          </a:p>
          <a:p>
            <a:pPr marL="12700"/>
            <a:endParaRPr lang="en-US" sz="2800" spc="75">
              <a:solidFill>
                <a:srgbClr val="414141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ct val="150000"/>
              </a:lnSpc>
            </a:pPr>
            <a:r>
              <a:rPr lang="en-US"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Finally, your goal will be to design an innovative SaaS application that addresses a pressing challenge aligned with the Sustainable Development Goals (SDGs). 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60462" y="5259136"/>
            <a:ext cx="3534410" cy="1430020"/>
            <a:chOff x="1845500" y="6257480"/>
            <a:chExt cx="3534410" cy="1430020"/>
          </a:xfrm>
        </p:grpSpPr>
        <p:sp>
          <p:nvSpPr>
            <p:cNvPr id="5" name="object 5"/>
            <p:cNvSpPr/>
            <p:nvPr/>
          </p:nvSpPr>
          <p:spPr>
            <a:xfrm>
              <a:off x="1858518" y="6270497"/>
              <a:ext cx="3508375" cy="1403985"/>
            </a:xfrm>
            <a:custGeom>
              <a:avLst/>
              <a:gdLst/>
              <a:ahLst/>
              <a:cxnLst/>
              <a:rect l="l" t="t" r="r" b="b"/>
              <a:pathLst>
                <a:path w="3508375" h="1403984">
                  <a:moveTo>
                    <a:pt x="2806446" y="0"/>
                  </a:moveTo>
                  <a:lnTo>
                    <a:pt x="0" y="0"/>
                  </a:lnTo>
                  <a:lnTo>
                    <a:pt x="701801" y="701801"/>
                  </a:lnTo>
                  <a:lnTo>
                    <a:pt x="0" y="1403603"/>
                  </a:lnTo>
                  <a:lnTo>
                    <a:pt x="2806446" y="1403603"/>
                  </a:lnTo>
                  <a:lnTo>
                    <a:pt x="3508248" y="701801"/>
                  </a:lnTo>
                  <a:lnTo>
                    <a:pt x="2806446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58518" y="6270497"/>
              <a:ext cx="3508375" cy="1403985"/>
            </a:xfrm>
            <a:custGeom>
              <a:avLst/>
              <a:gdLst/>
              <a:ahLst/>
              <a:cxnLst/>
              <a:rect l="l" t="t" r="r" b="b"/>
              <a:pathLst>
                <a:path w="3508375" h="1403984">
                  <a:moveTo>
                    <a:pt x="0" y="0"/>
                  </a:moveTo>
                  <a:lnTo>
                    <a:pt x="2806446" y="0"/>
                  </a:lnTo>
                  <a:lnTo>
                    <a:pt x="3508248" y="701801"/>
                  </a:lnTo>
                  <a:lnTo>
                    <a:pt x="2806446" y="1403603"/>
                  </a:lnTo>
                  <a:lnTo>
                    <a:pt x="0" y="1403603"/>
                  </a:lnTo>
                  <a:lnTo>
                    <a:pt x="701801" y="701801"/>
                  </a:lnTo>
                  <a:lnTo>
                    <a:pt x="0" y="0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17777" y="5429710"/>
            <a:ext cx="1905635" cy="9893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indent="547370">
              <a:lnSpc>
                <a:spcPts val="3629"/>
              </a:lnSpc>
              <a:spcBef>
                <a:spcPts val="495"/>
              </a:spcBef>
            </a:pPr>
            <a:r>
              <a:rPr sz="3300" spc="-5">
                <a:solidFill>
                  <a:srgbClr val="FFFFFF"/>
                </a:solidFill>
                <a:latin typeface="Calibri"/>
                <a:cs typeface="Calibri"/>
              </a:rPr>
              <a:t>SaaS </a:t>
            </a:r>
            <a:r>
              <a:rPr sz="3300">
                <a:solidFill>
                  <a:srgbClr val="FFFFFF"/>
                </a:solidFill>
                <a:latin typeface="Calibri"/>
                <a:cs typeface="Calibri"/>
              </a:rPr>
              <a:t> appl</a:t>
            </a:r>
            <a:r>
              <a:rPr sz="3300" spc="-1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300" spc="-3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300" spc="-35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300">
                <a:solidFill>
                  <a:srgbClr val="FFFFFF"/>
                </a:solidFill>
                <a:latin typeface="Calibri"/>
                <a:cs typeface="Calibri"/>
              </a:rPr>
              <a:t>tion</a:t>
            </a:r>
            <a:endParaRPr sz="3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18191" y="5259136"/>
            <a:ext cx="3534410" cy="1430020"/>
            <a:chOff x="5003228" y="6257480"/>
            <a:chExt cx="3534410" cy="1430020"/>
          </a:xfrm>
        </p:grpSpPr>
        <p:sp>
          <p:nvSpPr>
            <p:cNvPr id="9" name="object 9"/>
            <p:cNvSpPr/>
            <p:nvPr/>
          </p:nvSpPr>
          <p:spPr>
            <a:xfrm>
              <a:off x="5016245" y="6270497"/>
              <a:ext cx="3508375" cy="1403985"/>
            </a:xfrm>
            <a:custGeom>
              <a:avLst/>
              <a:gdLst/>
              <a:ahLst/>
              <a:cxnLst/>
              <a:rect l="l" t="t" r="r" b="b"/>
              <a:pathLst>
                <a:path w="3508375" h="1403984">
                  <a:moveTo>
                    <a:pt x="2806446" y="0"/>
                  </a:moveTo>
                  <a:lnTo>
                    <a:pt x="0" y="0"/>
                  </a:lnTo>
                  <a:lnTo>
                    <a:pt x="701801" y="701801"/>
                  </a:lnTo>
                  <a:lnTo>
                    <a:pt x="0" y="1403603"/>
                  </a:lnTo>
                  <a:lnTo>
                    <a:pt x="2806446" y="1403603"/>
                  </a:lnTo>
                  <a:lnTo>
                    <a:pt x="3508248" y="701801"/>
                  </a:lnTo>
                  <a:lnTo>
                    <a:pt x="2806446" y="0"/>
                  </a:lnTo>
                  <a:close/>
                </a:path>
              </a:pathLst>
            </a:custGeom>
            <a:solidFill>
              <a:srgbClr val="5667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16245" y="6270497"/>
              <a:ext cx="3508375" cy="1403985"/>
            </a:xfrm>
            <a:custGeom>
              <a:avLst/>
              <a:gdLst/>
              <a:ahLst/>
              <a:cxnLst/>
              <a:rect l="l" t="t" r="r" b="b"/>
              <a:pathLst>
                <a:path w="3508375" h="1403984">
                  <a:moveTo>
                    <a:pt x="0" y="0"/>
                  </a:moveTo>
                  <a:lnTo>
                    <a:pt x="2806446" y="0"/>
                  </a:lnTo>
                  <a:lnTo>
                    <a:pt x="3508248" y="701801"/>
                  </a:lnTo>
                  <a:lnTo>
                    <a:pt x="2806446" y="1403603"/>
                  </a:lnTo>
                  <a:lnTo>
                    <a:pt x="0" y="1403603"/>
                  </a:lnTo>
                  <a:lnTo>
                    <a:pt x="701801" y="701801"/>
                  </a:lnTo>
                  <a:lnTo>
                    <a:pt x="0" y="0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29353" y="5660392"/>
            <a:ext cx="17976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0">
                <a:solidFill>
                  <a:srgbClr val="FFFFFF"/>
                </a:solidFill>
                <a:latin typeface="Calibri"/>
                <a:cs typeface="Calibri"/>
              </a:rPr>
              <a:t>Innovative</a:t>
            </a:r>
            <a:endParaRPr sz="3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75982" y="5259200"/>
            <a:ext cx="3534410" cy="1430020"/>
            <a:chOff x="8161019" y="6257544"/>
            <a:chExt cx="3534410" cy="1430020"/>
          </a:xfrm>
        </p:grpSpPr>
        <p:sp>
          <p:nvSpPr>
            <p:cNvPr id="13" name="object 13"/>
            <p:cNvSpPr/>
            <p:nvPr/>
          </p:nvSpPr>
          <p:spPr>
            <a:xfrm>
              <a:off x="8173973" y="6270498"/>
              <a:ext cx="3508375" cy="1403985"/>
            </a:xfrm>
            <a:custGeom>
              <a:avLst/>
              <a:gdLst/>
              <a:ahLst/>
              <a:cxnLst/>
              <a:rect l="l" t="t" r="r" b="b"/>
              <a:pathLst>
                <a:path w="3508375" h="1403984">
                  <a:moveTo>
                    <a:pt x="2806446" y="0"/>
                  </a:moveTo>
                  <a:lnTo>
                    <a:pt x="0" y="0"/>
                  </a:lnTo>
                  <a:lnTo>
                    <a:pt x="701801" y="701801"/>
                  </a:lnTo>
                  <a:lnTo>
                    <a:pt x="0" y="1403603"/>
                  </a:lnTo>
                  <a:lnTo>
                    <a:pt x="2806446" y="1403603"/>
                  </a:lnTo>
                  <a:lnTo>
                    <a:pt x="3508248" y="701801"/>
                  </a:lnTo>
                  <a:lnTo>
                    <a:pt x="2806446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73973" y="6270498"/>
              <a:ext cx="3508375" cy="1403985"/>
            </a:xfrm>
            <a:custGeom>
              <a:avLst/>
              <a:gdLst/>
              <a:ahLst/>
              <a:cxnLst/>
              <a:rect l="l" t="t" r="r" b="b"/>
              <a:pathLst>
                <a:path w="3508375" h="1403984">
                  <a:moveTo>
                    <a:pt x="0" y="0"/>
                  </a:moveTo>
                  <a:lnTo>
                    <a:pt x="2806446" y="0"/>
                  </a:lnTo>
                  <a:lnTo>
                    <a:pt x="3508248" y="701801"/>
                  </a:lnTo>
                  <a:lnTo>
                    <a:pt x="2806446" y="1403603"/>
                  </a:lnTo>
                  <a:lnTo>
                    <a:pt x="0" y="1403603"/>
                  </a:lnTo>
                  <a:lnTo>
                    <a:pt x="701801" y="701801"/>
                  </a:lnTo>
                  <a:lnTo>
                    <a:pt x="0" y="0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95641" y="5424453"/>
            <a:ext cx="3673532" cy="902811"/>
          </a:xfrm>
          <a:prstGeom prst="rect">
            <a:avLst/>
          </a:prstGeom>
        </p:spPr>
        <p:txBody>
          <a:bodyPr vert="horz" wrap="square" lIns="0" tIns="55880" rIns="0" bIns="0" rtlCol="0" anchor="t">
            <a:spAutoFit/>
          </a:bodyPr>
          <a:lstStyle/>
          <a:p>
            <a:pPr marL="12700" marR="5080" indent="146050">
              <a:lnSpc>
                <a:spcPts val="3070"/>
              </a:lnSpc>
              <a:spcBef>
                <a:spcPts val="440"/>
              </a:spcBef>
            </a:pPr>
            <a:r>
              <a:rPr lang="en-US" sz="2000" spc="-1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SDGs </a:t>
            </a:r>
          </a:p>
          <a:p>
            <a:pPr marL="12700" marR="5080" indent="146050">
              <a:lnSpc>
                <a:spcPts val="3070"/>
              </a:lnSpc>
              <a:spcBef>
                <a:spcPts val="440"/>
              </a:spcBef>
            </a:pPr>
            <a:r>
              <a:rPr lang="en-US" sz="2000" spc="-1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Artificial intelligence  </a:t>
            </a:r>
          </a:p>
        </p:txBody>
      </p:sp>
    </p:spTree>
    <p:extLst>
      <p:ext uri="{BB962C8B-B14F-4D97-AF65-F5344CB8AC3E}">
        <p14:creationId xmlns:p14="http://schemas.microsoft.com/office/powerpoint/2010/main" val="308272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600" y="790143"/>
            <a:ext cx="12344399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6600"/>
              <a:t>Sustainable Development Goals</a:t>
            </a:r>
            <a:endParaRPr sz="6600" spc="-5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" t="3802" r="1953" b="3996"/>
          <a:stretch/>
        </p:blipFill>
        <p:spPr>
          <a:xfrm>
            <a:off x="177800" y="2286000"/>
            <a:ext cx="12573000" cy="7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2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303" y="798322"/>
            <a:ext cx="243141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/>
              <a:t>Skill</a:t>
            </a:r>
            <a:r>
              <a:t>s</a:t>
            </a:r>
            <a:r>
              <a:rPr spc="-5"/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1527" y="2388107"/>
            <a:ext cx="7182611" cy="69982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13753" y="5438394"/>
            <a:ext cx="631190" cy="97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spc="-5">
                <a:solidFill>
                  <a:srgbClr val="FF0000"/>
                </a:solidFill>
                <a:latin typeface="Calibri"/>
                <a:cs typeface="Calibri"/>
              </a:rPr>
              <a:t>PI</a:t>
            </a:r>
            <a:endParaRPr sz="6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49085" y="3199587"/>
            <a:ext cx="11576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Containers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11108" y="4081398"/>
            <a:ext cx="133286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209" marR="5080" indent="-17145">
              <a:lnSpc>
                <a:spcPts val="1970"/>
              </a:lnSpc>
              <a:spcBef>
                <a:spcPts val="325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spc="-5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b="1" spc="-4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truct</a:t>
            </a:r>
            <a:r>
              <a:rPr sz="1800" b="1" spc="5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b="1" spc="-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29015" y="6298819"/>
            <a:ext cx="130746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17830" marR="5080" indent="-405765">
              <a:lnSpc>
                <a:spcPts val="1970"/>
              </a:lnSpc>
              <a:spcBef>
                <a:spcPts val="325"/>
              </a:spcBef>
            </a:pPr>
            <a:r>
              <a:rPr sz="1800" b="1" spc="-5">
                <a:solidFill>
                  <a:srgbClr val="FFFFFF"/>
                </a:solidFill>
                <a:latin typeface="Calibri"/>
                <a:cs typeface="Calibri"/>
              </a:rPr>
              <a:t>Virt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uali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b="1" spc="-15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tion  </a:t>
            </a:r>
            <a:r>
              <a:rPr sz="1800" b="1" spc="-5">
                <a:solidFill>
                  <a:srgbClr val="FFFFFF"/>
                </a:solidFill>
                <a:latin typeface="Calibri"/>
                <a:cs typeface="Calibri"/>
              </a:rPr>
              <a:t>tech.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3290" y="8043164"/>
            <a:ext cx="1186180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275590">
              <a:lnSpc>
                <a:spcPts val="2210"/>
              </a:lnSpc>
              <a:spcBef>
                <a:spcPts val="335"/>
              </a:spcBef>
            </a:pPr>
            <a:r>
              <a:rPr sz="2000" b="1" spc="-5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>
                <a:solidFill>
                  <a:srgbClr val="FFFFFF"/>
                </a:solidFill>
                <a:latin typeface="Calibri"/>
                <a:cs typeface="Calibri"/>
              </a:rPr>
              <a:t>Comp</a:t>
            </a:r>
            <a:r>
              <a:rPr sz="2000" b="1" spc="5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ting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9682" y="8045076"/>
            <a:ext cx="1705010" cy="716222"/>
          </a:xfrm>
          <a:prstGeom prst="rect">
            <a:avLst/>
          </a:prstGeom>
        </p:spPr>
        <p:txBody>
          <a:bodyPr vert="horz" wrap="square" lIns="0" tIns="48895" rIns="0" bIns="0" rtlCol="0" anchor="t">
            <a:spAutoFit/>
          </a:bodyPr>
          <a:lstStyle/>
          <a:p>
            <a:pPr marL="287020" marR="5080" indent="-274955">
              <a:lnSpc>
                <a:spcPts val="2640"/>
              </a:lnSpc>
              <a:spcBef>
                <a:spcPts val="385"/>
              </a:spcBef>
            </a:pPr>
            <a:r>
              <a:rPr lang="fr-FR" sz="2400" b="1" spc="-5" dirty="0" err="1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lang="fr-FR" sz="2400" b="1" spc="5" dirty="0" err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lang="fr-FR" sz="2400" b="1" spc="-5" dirty="0" err="1">
                <a:solidFill>
                  <a:srgbClr val="FFFFFF"/>
                </a:solidFill>
                <a:latin typeface="Calibri"/>
                <a:cs typeface="Calibri"/>
              </a:rPr>
              <a:t>rin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400" b="1" spc="-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skills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6282" y="6404609"/>
            <a:ext cx="1292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Au</a:t>
            </a:r>
            <a:r>
              <a:rPr sz="2000" b="1" spc="-2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om</a:t>
            </a:r>
            <a:r>
              <a:rPr sz="2000" b="1" spc="-3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3398" y="3564292"/>
            <a:ext cx="1428115" cy="148822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algn="ctr">
              <a:lnSpc>
                <a:spcPts val="2305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ts val="2305"/>
              </a:lnSpc>
            </a:pPr>
            <a:r>
              <a:rPr lang="fr-FR" sz="2000" b="1" spc="-10" dirty="0" err="1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endParaRPr lang="fr-FR" sz="2000" dirty="0" err="1">
              <a:solidFill>
                <a:srgbClr val="000000"/>
              </a:solidFill>
              <a:latin typeface="Calibri"/>
              <a:cs typeface="Calibri"/>
            </a:endParaRPr>
          </a:p>
          <a:p>
            <a:pPr algn="ctr">
              <a:lnSpc>
                <a:spcPts val="2305"/>
              </a:lnSpc>
            </a:pPr>
            <a:r>
              <a:rPr lang="fr-FR" sz="2000" b="1" spc="-1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</a:p>
          <a:p>
            <a:pPr algn="ctr">
              <a:lnSpc>
                <a:spcPts val="2305"/>
              </a:lnSpc>
            </a:pPr>
            <a:r>
              <a:rPr lang="fr-FR" sz="2000" b="1" spc="-10" dirty="0" err="1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lang="fr-FR" sz="2000" b="1" spc="-10" dirty="0">
                <a:solidFill>
                  <a:srgbClr val="FFFFFF"/>
                </a:solidFill>
                <a:latin typeface="Calibri"/>
                <a:cs typeface="Calibri"/>
              </a:rPr>
              <a:t> intelligence</a:t>
            </a:r>
            <a:r>
              <a:rPr lang="fr-FR" sz="2000" spc="-1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923" y="790143"/>
            <a:ext cx="233743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45"/>
              <a:t>T</a:t>
            </a:r>
            <a:r>
              <a:rPr spc="-455"/>
              <a:t>utor</a:t>
            </a:r>
            <a:r>
              <a:rPr spc="-5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2348284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633" y="2294945"/>
            <a:ext cx="6452870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fr-FR" sz="1650" spc="105" err="1">
                <a:solidFill>
                  <a:srgbClr val="414141"/>
                </a:solidFill>
                <a:latin typeface="Times New Roman"/>
                <a:cs typeface="Times New Roman"/>
              </a:rPr>
              <a:t>Coord</a:t>
            </a:r>
            <a:r>
              <a:rPr lang="fr-FR" sz="1650" spc="100" err="1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lang="fr-FR" sz="1650" spc="105" err="1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lang="fr-FR" sz="1650" spc="100" err="1">
                <a:solidFill>
                  <a:srgbClr val="414141"/>
                </a:solidFill>
                <a:latin typeface="Times New Roman"/>
                <a:cs typeface="Times New Roman"/>
              </a:rPr>
              <a:t>ato</a:t>
            </a:r>
            <a:r>
              <a:rPr lang="fr-FR" sz="1650" err="1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1650" spc="1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1650" spc="-8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30">
                <a:solidFill>
                  <a:srgbClr val="414141"/>
                </a:solidFill>
                <a:latin typeface="Times New Roman"/>
                <a:cs typeface="Times New Roman"/>
              </a:rPr>
              <a:t>M.</a:t>
            </a:r>
            <a:r>
              <a:rPr lang="en-US" sz="1650" spc="114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35">
                <a:solidFill>
                  <a:srgbClr val="414141"/>
                </a:solidFill>
                <a:latin typeface="Times New Roman"/>
                <a:cs typeface="Times New Roman"/>
              </a:rPr>
              <a:t>Hamdi</a:t>
            </a:r>
            <a:r>
              <a:rPr lang="en-US" sz="1650" spc="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35" err="1">
                <a:solidFill>
                  <a:srgbClr val="414141"/>
                </a:solidFill>
                <a:latin typeface="Times New Roman"/>
                <a:cs typeface="Times New Roman"/>
              </a:rPr>
              <a:t>Bouslahi</a:t>
            </a:r>
            <a:r>
              <a:rPr lang="en-US" sz="1650" spc="8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65">
                <a:solidFill>
                  <a:srgbClr val="414141"/>
                </a:solidFill>
                <a:latin typeface="Times New Roman"/>
                <a:cs typeface="Times New Roman"/>
              </a:rPr>
              <a:t>(hamdi.bousleh@esprit.tn)</a:t>
            </a:r>
            <a:endParaRPr lang="en-US"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693" y="2822833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7633" y="2769797"/>
            <a:ext cx="6604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2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1650" spc="45">
                <a:solidFill>
                  <a:srgbClr val="414141"/>
                </a:solidFill>
                <a:latin typeface="Times New Roman"/>
                <a:cs typeface="Times New Roman"/>
              </a:rPr>
              <a:t>u</a:t>
            </a: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1650" spc="45">
                <a:solidFill>
                  <a:srgbClr val="414141"/>
                </a:solidFill>
                <a:latin typeface="Times New Roman"/>
                <a:cs typeface="Times New Roman"/>
              </a:rPr>
              <a:t>ors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925" y="3237837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9865" y="3184497"/>
            <a:ext cx="50177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6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11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105">
                <a:solidFill>
                  <a:srgbClr val="414141"/>
                </a:solidFill>
                <a:latin typeface="Times New Roman"/>
                <a:cs typeface="Times New Roman"/>
              </a:rPr>
              <a:t>Sou</a:t>
            </a:r>
            <a:r>
              <a:rPr sz="1650" spc="90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10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y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a </a:t>
            </a:r>
            <a:r>
              <a:rPr sz="1650" spc="-18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30">
                <a:solidFill>
                  <a:srgbClr val="414141"/>
                </a:solidFill>
                <a:latin typeface="Times New Roman"/>
                <a:cs typeface="Times New Roman"/>
              </a:rPr>
              <a:t>B</a:t>
            </a:r>
            <a:r>
              <a:rPr sz="1650" spc="3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3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1650" spc="2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K</a:t>
            </a:r>
            <a:r>
              <a:rPr sz="1650" spc="-1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1650" spc="85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ou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55">
                <a:solidFill>
                  <a:srgbClr val="414141"/>
                </a:solidFill>
                <a:latin typeface="Times New Roman"/>
                <a:cs typeface="Times New Roman"/>
              </a:rPr>
              <a:t>y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85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b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k@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1650" spc="85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p</a:t>
            </a:r>
            <a:r>
              <a:rPr sz="1650" spc="7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it</a:t>
            </a:r>
            <a:r>
              <a:rPr sz="1650" spc="85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925" y="3713071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50372" y="7811071"/>
            <a:ext cx="5407814" cy="26738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 anchor="t">
            <a:spAutoFit/>
          </a:bodyPr>
          <a:lstStyle/>
          <a:p>
            <a:r>
              <a:rPr lang="en-US" sz="1650" spc="60" dirty="0">
                <a:solidFill>
                  <a:srgbClr val="414141"/>
                </a:solidFill>
                <a:latin typeface="Times New Roman"/>
                <a:cs typeface="Times New Roman"/>
              </a:rPr>
              <a:t>Ms. </a:t>
            </a:r>
            <a:r>
              <a:rPr lang="en-US" sz="1650" spc="60" dirty="0" err="1">
                <a:solidFill>
                  <a:srgbClr val="414141"/>
                </a:solidFill>
                <a:latin typeface="Times New Roman"/>
                <a:cs typeface="Times New Roman"/>
              </a:rPr>
              <a:t>Loujayne</a:t>
            </a:r>
            <a:r>
              <a:rPr lang="en-US" sz="1650" spc="60" dirty="0">
                <a:solidFill>
                  <a:srgbClr val="414141"/>
                </a:solidFill>
                <a:latin typeface="Times New Roman"/>
                <a:cs typeface="Times New Roman"/>
              </a:rPr>
              <a:t> BOUZRATI (loujayne.Bouzrati@esprit.tn) </a:t>
            </a:r>
            <a:endParaRPr lang="fr-FR" sz="1650" spc="60" dirty="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7925" y="4187619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9864" y="3651946"/>
            <a:ext cx="4428135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30">
                <a:solidFill>
                  <a:srgbClr val="414141"/>
                </a:solidFill>
                <a:latin typeface="Times New Roman"/>
                <a:cs typeface="Times New Roman"/>
              </a:rPr>
              <a:t>M.</a:t>
            </a:r>
            <a:r>
              <a:rPr sz="1650" spc="114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35">
                <a:solidFill>
                  <a:srgbClr val="414141"/>
                </a:solidFill>
                <a:latin typeface="Times New Roman"/>
                <a:cs typeface="Times New Roman"/>
              </a:rPr>
              <a:t>Hamdi</a:t>
            </a:r>
            <a:r>
              <a:rPr sz="1650" spc="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35" err="1">
                <a:solidFill>
                  <a:srgbClr val="414141"/>
                </a:solidFill>
                <a:latin typeface="Times New Roman"/>
                <a:cs typeface="Times New Roman"/>
              </a:rPr>
              <a:t>Bousl</a:t>
            </a:r>
            <a:r>
              <a:rPr lang="fr-FR" sz="1650" spc="3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35">
                <a:solidFill>
                  <a:srgbClr val="414141"/>
                </a:solidFill>
                <a:latin typeface="Times New Roman"/>
                <a:cs typeface="Times New Roman"/>
              </a:rPr>
              <a:t>h</a:t>
            </a:r>
            <a:r>
              <a:rPr lang="fr-FR" sz="1650" spc="35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1650" spc="8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1650" spc="65" err="1">
                <a:solidFill>
                  <a:srgbClr val="414141"/>
                </a:solidFill>
                <a:latin typeface="Times New Roman"/>
                <a:cs typeface="Times New Roman"/>
              </a:rPr>
              <a:t>hamdi.bousleh</a:t>
            </a:r>
            <a:r>
              <a:rPr lang="fr-FR" sz="1650" spc="65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@esprit.tn)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925" y="4663031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9865" y="4127053"/>
            <a:ext cx="42094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sz="1650" spc="10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Sarra</a:t>
            </a:r>
            <a:r>
              <a:rPr sz="1650" spc="12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60">
                <a:solidFill>
                  <a:srgbClr val="414141"/>
                </a:solidFill>
                <a:latin typeface="Times New Roman"/>
                <a:cs typeface="Times New Roman"/>
              </a:rPr>
              <a:t>Berrahal</a:t>
            </a:r>
            <a:r>
              <a:rPr sz="1650" spc="-3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(berrahal.sarra@esprit.tn)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7925" y="5095528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3858" y="6398709"/>
            <a:ext cx="425069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lang="fr-FR" sz="1650" spc="65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11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1650" spc="145">
                <a:solidFill>
                  <a:srgbClr val="414141"/>
                </a:solidFill>
                <a:latin typeface="Times New Roman"/>
                <a:cs typeface="Times New Roman"/>
              </a:rPr>
              <a:t>Rim </a:t>
            </a:r>
            <a:r>
              <a:rPr lang="fr-FR" sz="1650" spc="145" err="1">
                <a:solidFill>
                  <a:srgbClr val="414141"/>
                </a:solidFill>
                <a:latin typeface="Times New Roman"/>
                <a:cs typeface="Times New Roman"/>
              </a:rPr>
              <a:t>Ghribi</a:t>
            </a:r>
            <a:r>
              <a:rPr sz="1650" spc="-17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7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lang="fr-FR" sz="1650" spc="145" err="1">
                <a:solidFill>
                  <a:srgbClr val="414141"/>
                </a:solidFill>
                <a:latin typeface="Times New Roman"/>
                <a:cs typeface="Times New Roman"/>
              </a:rPr>
              <a:t>rim.ghribi</a:t>
            </a:r>
            <a:r>
              <a:rPr lang="fr-FR" sz="1650" spc="14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@e</a:t>
            </a:r>
            <a:r>
              <a:rPr sz="1650" spc="7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p</a:t>
            </a:r>
            <a:r>
              <a:rPr sz="1650" spc="7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it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tn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7925" y="5570381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0773" y="7765489"/>
            <a:ext cx="5364232" cy="26738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 anchor="t">
            <a:spAutoFit/>
          </a:bodyPr>
          <a:lstStyle/>
          <a:p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M. </a:t>
            </a:r>
            <a:r>
              <a:rPr lang="fr-FR" sz="1650" spc="40" dirty="0" err="1">
                <a:solidFill>
                  <a:srgbClr val="414141"/>
                </a:solidFill>
                <a:latin typeface="Times New Roman"/>
                <a:cs typeface="Times New Roman"/>
              </a:rPr>
              <a:t>zied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1650" spc="40" dirty="0" err="1">
                <a:solidFill>
                  <a:srgbClr val="414141"/>
                </a:solidFill>
                <a:latin typeface="Times New Roman"/>
                <a:cs typeface="Times New Roman"/>
              </a:rPr>
              <a:t>sellaouti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 (zied.sellaouti@esprit.tn) 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7925" y="6045614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43349" y="5592733"/>
            <a:ext cx="5860399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Ms. </a:t>
            </a:r>
            <a:r>
              <a:rPr lang="fr-FR" sz="1650" spc="65" err="1">
                <a:solidFill>
                  <a:srgbClr val="414141"/>
                </a:solidFill>
                <a:latin typeface="Times New Roman"/>
                <a:cs typeface="Times New Roman"/>
              </a:rPr>
              <a:t>Messaoudi</a:t>
            </a:r>
            <a:r>
              <a:rPr lang="fr-FR" sz="1650" spc="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1650" spc="65" err="1">
                <a:solidFill>
                  <a:srgbClr val="414141"/>
                </a:solidFill>
                <a:latin typeface="Times New Roman"/>
                <a:cs typeface="Times New Roman"/>
              </a:rPr>
              <a:t>Hafawa</a:t>
            </a:r>
            <a:r>
              <a:rPr lang="fr-FR" sz="1650" spc="65">
                <a:solidFill>
                  <a:srgbClr val="414141"/>
                </a:solidFill>
                <a:latin typeface="Times New Roman"/>
                <a:cs typeface="Times New Roman"/>
              </a:rPr>
              <a:t> (hafawa.messaoudi@esprit.tn)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724322" y="4685967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84807" y="3185016"/>
            <a:ext cx="4070350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sz="1650" spc="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40" err="1">
                <a:solidFill>
                  <a:srgbClr val="414141"/>
                </a:solidFill>
                <a:latin typeface="Times New Roman"/>
                <a:cs typeface="Times New Roman"/>
              </a:rPr>
              <a:t>Fatma</a:t>
            </a:r>
            <a:r>
              <a:rPr lang="en-US"/>
              <a:t> </a:t>
            </a:r>
            <a:r>
              <a:rPr lang="en-US" sz="1650" spc="40" err="1">
                <a:solidFill>
                  <a:srgbClr val="414141"/>
                </a:solidFill>
                <a:latin typeface="Times New Roman"/>
                <a:cs typeface="Times New Roman"/>
              </a:rPr>
              <a:t>Daas</a:t>
            </a:r>
            <a:r>
              <a:rPr sz="1650" spc="-7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lang="fr-FR" sz="1650" spc="50" err="1">
                <a:solidFill>
                  <a:srgbClr val="414141"/>
                </a:solidFill>
                <a:latin typeface="Times New Roman"/>
                <a:cs typeface="Times New Roman"/>
              </a:rPr>
              <a:t>fatma.daas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@esprit.tn)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52814" y="5161379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06262" y="4625400"/>
            <a:ext cx="53314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sz="1650" spc="13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85">
                <a:solidFill>
                  <a:srgbClr val="414141"/>
                </a:solidFill>
                <a:latin typeface="Times New Roman"/>
                <a:cs typeface="Times New Roman"/>
              </a:rPr>
              <a:t>Mariem</a:t>
            </a:r>
            <a:r>
              <a:rPr sz="1650" spc="23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BOUZOUITA(mariem.bouzouita@esprit.tn)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52813" y="5636612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1268" y="4589250"/>
            <a:ext cx="414210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6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2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9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9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l </a:t>
            </a:r>
            <a:r>
              <a:rPr sz="1650" spc="-1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70">
                <a:solidFill>
                  <a:srgbClr val="414141"/>
                </a:solidFill>
                <a:latin typeface="Times New Roman"/>
                <a:cs typeface="Times New Roman"/>
              </a:rPr>
              <a:t>Ks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entin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1650" spc="-13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55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el</a:t>
            </a:r>
            <a:r>
              <a:rPr sz="1650" spc="60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55">
                <a:solidFill>
                  <a:srgbClr val="414141"/>
                </a:solidFill>
                <a:latin typeface="Times New Roman"/>
                <a:cs typeface="Times New Roman"/>
              </a:rPr>
              <a:t>k</a:t>
            </a:r>
            <a:r>
              <a:rPr sz="1650" spc="6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ent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1650" spc="70">
                <a:solidFill>
                  <a:srgbClr val="414141"/>
                </a:solidFill>
                <a:latin typeface="Times New Roman"/>
                <a:cs typeface="Times New Roman"/>
              </a:rPr>
              <a:t>@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1650" spc="6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1650" spc="55">
                <a:solidFill>
                  <a:srgbClr val="414141"/>
                </a:solidFill>
                <a:latin typeface="Times New Roman"/>
                <a:cs typeface="Times New Roman"/>
              </a:rPr>
              <a:t>p</a:t>
            </a:r>
            <a:r>
              <a:rPr sz="1650" spc="7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1650" spc="75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r>
              <a:rPr sz="1650" spc="5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1650" spc="5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165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67059" y="6154202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33551" y="6090049"/>
            <a:ext cx="5582113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1650" spc="65">
                <a:solidFill>
                  <a:srgbClr val="414141"/>
                </a:solidFill>
                <a:latin typeface="Times New Roman"/>
                <a:cs typeface="Times New Roman"/>
              </a:rPr>
              <a:t>s. </a:t>
            </a:r>
            <a:r>
              <a:rPr lang="fr-FR" sz="1650" spc="65" err="1">
                <a:solidFill>
                  <a:srgbClr val="414141"/>
                </a:solidFill>
                <a:latin typeface="Times New Roman"/>
                <a:cs typeface="Times New Roman"/>
              </a:rPr>
              <a:t>Rihem</a:t>
            </a:r>
            <a:r>
              <a:rPr lang="fr-FR" sz="1650" spc="65">
                <a:solidFill>
                  <a:srgbClr val="414141"/>
                </a:solidFill>
                <a:latin typeface="Times New Roman"/>
                <a:cs typeface="Times New Roman"/>
              </a:rPr>
              <a:t> MATOUSSI (Rihem.MATOUSSI@esprit.tn)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687721" y="3237837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68192" y="8217185"/>
            <a:ext cx="7994100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 </a:t>
            </a:r>
            <a:r>
              <a:rPr lang="fr-FR" sz="1650" spc="40" dirty="0" err="1">
                <a:solidFill>
                  <a:srgbClr val="414141"/>
                </a:solidFill>
                <a:latin typeface="Times New Roman"/>
                <a:cs typeface="Times New Roman"/>
              </a:rPr>
              <a:t>zaouga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1650" spc="40" dirty="0" err="1">
                <a:solidFill>
                  <a:srgbClr val="414141"/>
                </a:solidFill>
                <a:latin typeface="Times New Roman"/>
                <a:cs typeface="Times New Roman"/>
              </a:rPr>
              <a:t>aziza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 </a:t>
            </a:r>
            <a:r>
              <a:rPr sz="1650" spc="40" dirty="0">
                <a:solidFill>
                  <a:srgbClr val="414141"/>
                </a:solid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aziza.zaouga@esprit.tn</a:t>
            </a:r>
            <a:r>
              <a:rPr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lang="fr-FR" sz="1650" spc="40" dirty="0" err="1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87721" y="3713071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82718" y="3654975"/>
            <a:ext cx="5110474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Ms. </a:t>
            </a:r>
            <a:r>
              <a:rPr lang="fr-FR" sz="1650" spc="40" err="1">
                <a:solidFill>
                  <a:srgbClr val="414141"/>
                </a:solidFill>
                <a:latin typeface="Times New Roman"/>
                <a:cs typeface="Times New Roman"/>
              </a:rPr>
              <a:t>Borghol</a:t>
            </a:r>
            <a:r>
              <a:rPr lang="fr-FR" sz="1650" spc="4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1650" spc="40" err="1">
                <a:solidFill>
                  <a:srgbClr val="414141"/>
                </a:solidFill>
                <a:latin typeface="Times New Roman"/>
                <a:cs typeface="Times New Roman"/>
              </a:rPr>
              <a:t>Riham</a:t>
            </a:r>
            <a:r>
              <a:rPr lang="fr-FR" sz="1650" spc="40">
                <a:solidFill>
                  <a:srgbClr val="414141"/>
                </a:solidFill>
                <a:latin typeface="Times New Roman"/>
                <a:cs typeface="Times New Roman"/>
              </a:rPr>
              <a:t> (riham.borghol@esprit.tn)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687721" y="4154015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8074" y="5049050"/>
            <a:ext cx="348869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sz="1650" spc="10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35">
                <a:solidFill>
                  <a:srgbClr val="414141"/>
                </a:solidFill>
                <a:latin typeface="Times New Roman"/>
                <a:cs typeface="Times New Roman"/>
              </a:rPr>
              <a:t>Rim</a:t>
            </a:r>
            <a:r>
              <a:rPr sz="1650" spc="14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45">
                <a:solidFill>
                  <a:srgbClr val="414141"/>
                </a:solidFill>
                <a:latin typeface="Times New Roman"/>
                <a:cs typeface="Times New Roman"/>
              </a:rPr>
              <a:t>Bdiwi</a:t>
            </a:r>
            <a:r>
              <a:rPr sz="1650" spc="14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1650" spc="55">
                <a:solidFill>
                  <a:srgbClr val="414141"/>
                </a:solidFill>
                <a:latin typeface="Times New Roman"/>
                <a:cs typeface="Times New Roman"/>
              </a:rPr>
              <a:t>(rim.bdiwi@esprit.tn)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071365" y="904443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20"/>
          <p:cNvSpPr txBox="1"/>
          <p:nvPr/>
        </p:nvSpPr>
        <p:spPr>
          <a:xfrm>
            <a:off x="1157833" y="5963067"/>
            <a:ext cx="4606925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fr-FR" sz="1650" spc="65">
                <a:solidFill>
                  <a:srgbClr val="414141"/>
                </a:solidFill>
                <a:latin typeface="Times New Roman"/>
                <a:cs typeface="Times New Roman"/>
              </a:rPr>
              <a:t>Ms. Fatma LOUATI (fatma.louati@Esprit.tn</a:t>
            </a:r>
          </a:p>
        </p:txBody>
      </p:sp>
      <p:sp>
        <p:nvSpPr>
          <p:cNvPr id="37" name="object 19"/>
          <p:cNvSpPr txBox="1"/>
          <p:nvPr/>
        </p:nvSpPr>
        <p:spPr>
          <a:xfrm>
            <a:off x="883055" y="6446213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38" name="object 20"/>
          <p:cNvSpPr txBox="1"/>
          <p:nvPr/>
        </p:nvSpPr>
        <p:spPr>
          <a:xfrm>
            <a:off x="6984334" y="4100488"/>
            <a:ext cx="5862563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M.</a:t>
            </a:r>
            <a:r>
              <a:rPr sz="1650" spc="12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60" err="1">
                <a:solidFill>
                  <a:srgbClr val="414141"/>
                </a:solidFill>
                <a:latin typeface="Times New Roman"/>
                <a:cs typeface="Times New Roman"/>
              </a:rPr>
              <a:t>MohamedFiras</a:t>
            </a:r>
            <a:r>
              <a:rPr lang="en-US"/>
              <a:t> </a:t>
            </a:r>
            <a:r>
              <a:rPr lang="en-US" sz="1650" spc="60">
                <a:solidFill>
                  <a:srgbClr val="414141"/>
                </a:solidFill>
                <a:latin typeface="Times New Roman"/>
                <a:cs typeface="Times New Roman"/>
              </a:rPr>
              <a:t>MHALLA mohamedfiras.mhalla@esprit.tn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19"/>
          <p:cNvSpPr txBox="1"/>
          <p:nvPr/>
        </p:nvSpPr>
        <p:spPr>
          <a:xfrm>
            <a:off x="868586" y="6923494"/>
            <a:ext cx="166733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40" name="object 28"/>
          <p:cNvSpPr txBox="1"/>
          <p:nvPr/>
        </p:nvSpPr>
        <p:spPr>
          <a:xfrm>
            <a:off x="7034752" y="5072905"/>
            <a:ext cx="458978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sz="1650" spc="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55">
                <a:solidFill>
                  <a:srgbClr val="414141"/>
                </a:solidFill>
                <a:latin typeface="Times New Roman"/>
                <a:cs typeface="Times New Roman"/>
              </a:rPr>
              <a:t>Nada HASSEN (nada.hassen@esprit.tn)</a:t>
            </a:r>
            <a:endParaRPr sz="1650" spc="55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41" name="object 27"/>
          <p:cNvSpPr txBox="1"/>
          <p:nvPr/>
        </p:nvSpPr>
        <p:spPr>
          <a:xfrm>
            <a:off x="6778191" y="6622133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42" name="object 28"/>
          <p:cNvSpPr txBox="1"/>
          <p:nvPr/>
        </p:nvSpPr>
        <p:spPr>
          <a:xfrm>
            <a:off x="1194006" y="5514338"/>
            <a:ext cx="4589780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sz="1650" spc="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1650" spc="55" err="1">
                <a:solidFill>
                  <a:srgbClr val="414141"/>
                </a:solidFill>
                <a:latin typeface="Times New Roman"/>
                <a:cs typeface="Times New Roman"/>
              </a:rPr>
              <a:t>Eya</a:t>
            </a:r>
            <a:r>
              <a:rPr lang="en-US"/>
              <a:t> </a:t>
            </a:r>
            <a:r>
              <a:rPr lang="en-US" sz="1650" spc="55">
                <a:solidFill>
                  <a:srgbClr val="414141"/>
                </a:solidFill>
                <a:latin typeface="Times New Roman"/>
                <a:cs typeface="Times New Roman"/>
              </a:rPr>
              <a:t>TRIFI (eya.trifi@esprit.tn)</a:t>
            </a:r>
            <a:endParaRPr sz="1650" spc="55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43" name="object 27"/>
          <p:cNvSpPr txBox="1"/>
          <p:nvPr/>
        </p:nvSpPr>
        <p:spPr>
          <a:xfrm>
            <a:off x="6778191" y="7120550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44" name="object 20">
            <a:extLst>
              <a:ext uri="{FF2B5EF4-FFF2-40B4-BE49-F238E27FC236}">
                <a16:creationId xmlns:a16="http://schemas.microsoft.com/office/drawing/2014/main" id="{71720AFA-EBBD-92A4-F4C2-2DBD1DF860FA}"/>
              </a:ext>
            </a:extLst>
          </p:cNvPr>
          <p:cNvSpPr txBox="1"/>
          <p:nvPr/>
        </p:nvSpPr>
        <p:spPr>
          <a:xfrm>
            <a:off x="1170877" y="6852309"/>
            <a:ext cx="4606925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fr-FR" sz="1650" spc="60">
                <a:solidFill>
                  <a:srgbClr val="414141"/>
                </a:solidFill>
                <a:latin typeface="Times New Roman"/>
                <a:cs typeface="Times New Roman"/>
              </a:rPr>
              <a:t>Ms. </a:t>
            </a:r>
            <a:r>
              <a:rPr lang="fr-FR" sz="1650" spc="60" err="1">
                <a:solidFill>
                  <a:srgbClr val="414141"/>
                </a:solidFill>
                <a:latin typeface="Times New Roman"/>
                <a:cs typeface="Times New Roman"/>
              </a:rPr>
              <a:t>Hiba</a:t>
            </a:r>
            <a:r>
              <a:rPr lang="fr-FR" sz="1650" spc="6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1650" spc="60" err="1">
                <a:solidFill>
                  <a:srgbClr val="414141"/>
                </a:solidFill>
                <a:latin typeface="Times New Roman"/>
                <a:cs typeface="Times New Roman"/>
              </a:rPr>
              <a:t>ouni</a:t>
            </a:r>
            <a:r>
              <a:rPr lang="fr-FR" sz="1650" spc="60">
                <a:solidFill>
                  <a:srgbClr val="414141"/>
                </a:solidFill>
                <a:latin typeface="Times New Roman"/>
                <a:cs typeface="Times New Roman"/>
              </a:rPr>
              <a:t> (hiba.ouni@esprit.tn)</a:t>
            </a:r>
          </a:p>
        </p:txBody>
      </p:sp>
      <p:sp>
        <p:nvSpPr>
          <p:cNvPr id="45" name="object 19">
            <a:extLst>
              <a:ext uri="{FF2B5EF4-FFF2-40B4-BE49-F238E27FC236}">
                <a16:creationId xmlns:a16="http://schemas.microsoft.com/office/drawing/2014/main" id="{67622350-9DB2-A4F6-40CC-8CBCB9D35110}"/>
              </a:ext>
            </a:extLst>
          </p:cNvPr>
          <p:cNvSpPr txBox="1"/>
          <p:nvPr/>
        </p:nvSpPr>
        <p:spPr>
          <a:xfrm>
            <a:off x="896099" y="7321209"/>
            <a:ext cx="137795" cy="16607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lang="fr-FR" sz="1000">
              <a:latin typeface="Segoe UI Symbol"/>
              <a:ea typeface="Segoe UI Symbol"/>
              <a:cs typeface="Segoe UI Symbol"/>
            </a:endParaRPr>
          </a:p>
        </p:txBody>
      </p:sp>
      <p:sp>
        <p:nvSpPr>
          <p:cNvPr id="46" name="object 20">
            <a:extLst>
              <a:ext uri="{FF2B5EF4-FFF2-40B4-BE49-F238E27FC236}">
                <a16:creationId xmlns:a16="http://schemas.microsoft.com/office/drawing/2014/main" id="{BDAA1DCA-7DF5-B3F3-EC15-3653EE20DBCE}"/>
              </a:ext>
            </a:extLst>
          </p:cNvPr>
          <p:cNvSpPr txBox="1"/>
          <p:nvPr/>
        </p:nvSpPr>
        <p:spPr>
          <a:xfrm>
            <a:off x="1170877" y="7297538"/>
            <a:ext cx="5862563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fr-FR" sz="1650" spc="60">
                <a:solidFill>
                  <a:srgbClr val="414141"/>
                </a:solidFill>
                <a:latin typeface="Times New Roman"/>
                <a:cs typeface="Times New Roman"/>
              </a:rPr>
              <a:t>Ms</a:t>
            </a:r>
            <a:r>
              <a:rPr sz="1650" spc="60">
                <a:solidFill>
                  <a:srgbClr val="414141"/>
                </a:solidFill>
                <a:latin typeface="Times New Roman"/>
                <a:cs typeface="Times New Roman"/>
              </a:rPr>
              <a:t>. </a:t>
            </a:r>
            <a:r>
              <a:rPr lang="en-US" sz="1650" spc="60">
                <a:solidFill>
                  <a:srgbClr val="414141"/>
                </a:solidFill>
                <a:latin typeface="Times New Roman"/>
                <a:cs typeface="Times New Roman"/>
              </a:rPr>
              <a:t>Safa  CHERIF (Safa.CHERIF@Esprit.tn)</a:t>
            </a:r>
            <a:endParaRPr sz="1650" spc="6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47" name="object 19">
            <a:extLst>
              <a:ext uri="{FF2B5EF4-FFF2-40B4-BE49-F238E27FC236}">
                <a16:creationId xmlns:a16="http://schemas.microsoft.com/office/drawing/2014/main" id="{A3681D98-0614-955A-7B34-5546A0D3974A}"/>
              </a:ext>
            </a:extLst>
          </p:cNvPr>
          <p:cNvSpPr txBox="1"/>
          <p:nvPr/>
        </p:nvSpPr>
        <p:spPr>
          <a:xfrm>
            <a:off x="881630" y="7826982"/>
            <a:ext cx="166733" cy="16607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lang="fr-FR" sz="1000">
              <a:latin typeface="Segoe UI Symbol"/>
              <a:ea typeface="Segoe UI Symbol"/>
              <a:cs typeface="Segoe UI Symbol"/>
            </a:endParaRPr>
          </a:p>
        </p:txBody>
      </p:sp>
      <p:sp>
        <p:nvSpPr>
          <p:cNvPr id="48" name="object 28">
            <a:extLst>
              <a:ext uri="{FF2B5EF4-FFF2-40B4-BE49-F238E27FC236}">
                <a16:creationId xmlns:a16="http://schemas.microsoft.com/office/drawing/2014/main" id="{52D30B2C-D523-53B0-C3B6-DAC661056011}"/>
              </a:ext>
            </a:extLst>
          </p:cNvPr>
          <p:cNvSpPr txBox="1"/>
          <p:nvPr/>
        </p:nvSpPr>
        <p:spPr>
          <a:xfrm>
            <a:off x="7047797" y="6583639"/>
            <a:ext cx="4589780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1650" spc="40">
                <a:solidFill>
                  <a:srgbClr val="414141"/>
                </a:solidFill>
                <a:latin typeface="Times New Roman"/>
                <a:cs typeface="Times New Roman"/>
              </a:rPr>
              <a:t>M. Omar FITOURI (omar.fitouri@esprit.tn)</a:t>
            </a:r>
            <a:endParaRPr lang="fr-FR" sz="1650" spc="4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49" name="object 27">
            <a:extLst>
              <a:ext uri="{FF2B5EF4-FFF2-40B4-BE49-F238E27FC236}">
                <a16:creationId xmlns:a16="http://schemas.microsoft.com/office/drawing/2014/main" id="{141B75B1-A0DA-CD1D-405A-7B2BC7745DB4}"/>
              </a:ext>
            </a:extLst>
          </p:cNvPr>
          <p:cNvSpPr txBox="1"/>
          <p:nvPr/>
        </p:nvSpPr>
        <p:spPr>
          <a:xfrm>
            <a:off x="6805482" y="7867347"/>
            <a:ext cx="137795" cy="16607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lang="fr-FR" sz="1000">
              <a:latin typeface="Segoe UI Symbol"/>
              <a:ea typeface="Segoe UI Symbol"/>
              <a:cs typeface="Segoe UI Symbol"/>
            </a:endParaRPr>
          </a:p>
        </p:txBody>
      </p:sp>
      <p:sp>
        <p:nvSpPr>
          <p:cNvPr id="50" name="object 28">
            <a:extLst>
              <a:ext uri="{FF2B5EF4-FFF2-40B4-BE49-F238E27FC236}">
                <a16:creationId xmlns:a16="http://schemas.microsoft.com/office/drawing/2014/main" id="{00390B85-B5EA-54D3-DB5D-D096208652C3}"/>
              </a:ext>
            </a:extLst>
          </p:cNvPr>
          <p:cNvSpPr txBox="1"/>
          <p:nvPr/>
        </p:nvSpPr>
        <p:spPr>
          <a:xfrm>
            <a:off x="7033551" y="7019236"/>
            <a:ext cx="4589780" cy="521297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1650" spc="40">
                <a:solidFill>
                  <a:srgbClr val="414141"/>
                </a:solidFill>
                <a:latin typeface="Times New Roman"/>
                <a:cs typeface="Times New Roman"/>
              </a:rPr>
              <a:t>M. Mohamed Ridha BOULARES (MohamedRidha.BOULARES@esprit.tn)</a:t>
            </a:r>
            <a:endParaRPr lang="fr-FR" sz="1650" spc="4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51" name="object 27">
            <a:extLst>
              <a:ext uri="{FF2B5EF4-FFF2-40B4-BE49-F238E27FC236}">
                <a16:creationId xmlns:a16="http://schemas.microsoft.com/office/drawing/2014/main" id="{5BC75FD6-C7BC-2536-7463-5448B33D3990}"/>
              </a:ext>
            </a:extLst>
          </p:cNvPr>
          <p:cNvSpPr txBox="1"/>
          <p:nvPr/>
        </p:nvSpPr>
        <p:spPr>
          <a:xfrm>
            <a:off x="6805482" y="8294535"/>
            <a:ext cx="137795" cy="16607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lang="fr-FR" sz="1000">
              <a:latin typeface="Segoe UI Symbol"/>
              <a:ea typeface="Segoe UI Symbol"/>
              <a:cs typeface="Segoe UI Symbol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AEB9414C-E7FB-CF10-DB2C-279A07806C27}"/>
              </a:ext>
            </a:extLst>
          </p:cNvPr>
          <p:cNvSpPr txBox="1"/>
          <p:nvPr/>
        </p:nvSpPr>
        <p:spPr>
          <a:xfrm>
            <a:off x="1153872" y="8272454"/>
            <a:ext cx="4808910" cy="26738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 anchor="t">
            <a:spAutoFit/>
          </a:bodyPr>
          <a:lstStyle/>
          <a:p>
            <a:r>
              <a:rPr lang="en-US" sz="1650" spc="60" dirty="0">
                <a:solidFill>
                  <a:srgbClr val="414141"/>
                </a:solidFill>
                <a:latin typeface="Times New Roman"/>
                <a:cs typeface="Times New Roman"/>
              </a:rPr>
              <a:t>Ms. Ons FADHEL (Fadhel.Ons@esprit.tn) </a:t>
            </a:r>
            <a:endParaRPr lang="fr-FR" sz="1650" spc="60" dirty="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54" name="object 19">
            <a:extLst>
              <a:ext uri="{FF2B5EF4-FFF2-40B4-BE49-F238E27FC236}">
                <a16:creationId xmlns:a16="http://schemas.microsoft.com/office/drawing/2014/main" id="{58B418B3-FF75-C7B9-524E-15A8F9EB08FD}"/>
              </a:ext>
            </a:extLst>
          </p:cNvPr>
          <p:cNvSpPr txBox="1"/>
          <p:nvPr/>
        </p:nvSpPr>
        <p:spPr>
          <a:xfrm>
            <a:off x="868586" y="8274092"/>
            <a:ext cx="166733" cy="16607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lang="fr-FR" sz="1000">
              <a:latin typeface="Segoe UI Symbol"/>
              <a:ea typeface="Segoe UI Symbol"/>
              <a:cs typeface="Segoe UI Symbol"/>
            </a:endParaRPr>
          </a:p>
        </p:txBody>
      </p:sp>
      <p:sp>
        <p:nvSpPr>
          <p:cNvPr id="55" name="object 10">
            <a:extLst>
              <a:ext uri="{FF2B5EF4-FFF2-40B4-BE49-F238E27FC236}">
                <a16:creationId xmlns:a16="http://schemas.microsoft.com/office/drawing/2014/main" id="{3C56F357-2AE8-239D-7D46-F4FC871C697B}"/>
              </a:ext>
            </a:extLst>
          </p:cNvPr>
          <p:cNvSpPr txBox="1"/>
          <p:nvPr/>
        </p:nvSpPr>
        <p:spPr>
          <a:xfrm>
            <a:off x="7011253" y="8706561"/>
            <a:ext cx="5721527" cy="26738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60" dirty="0">
                <a:solidFill>
                  <a:srgbClr val="414141"/>
                </a:solidFill>
                <a:latin typeface="Times New Roman"/>
                <a:cs typeface="Times New Roman"/>
              </a:rPr>
              <a:t>Ms. </a:t>
            </a:r>
            <a:r>
              <a:rPr lang="fr-FR" sz="1650" spc="60" dirty="0">
                <a:solidFill>
                  <a:srgbClr val="414141"/>
                </a:solidFill>
                <a:latin typeface="Times New Roman"/>
                <a:cs typeface="Times New Roman"/>
              </a:rPr>
              <a:t>Yasmine MAAZOUN (Yasmine.Maazoun@esprit.tn)</a:t>
            </a:r>
          </a:p>
        </p:txBody>
      </p:sp>
      <p:sp>
        <p:nvSpPr>
          <p:cNvPr id="56" name="object 19">
            <a:extLst>
              <a:ext uri="{FF2B5EF4-FFF2-40B4-BE49-F238E27FC236}">
                <a16:creationId xmlns:a16="http://schemas.microsoft.com/office/drawing/2014/main" id="{C244B182-77A8-FC57-59BF-ABD0002DEBF1}"/>
              </a:ext>
            </a:extLst>
          </p:cNvPr>
          <p:cNvSpPr txBox="1"/>
          <p:nvPr/>
        </p:nvSpPr>
        <p:spPr>
          <a:xfrm>
            <a:off x="842497" y="8765140"/>
            <a:ext cx="166733" cy="16607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lang="fr-FR" sz="1000">
              <a:latin typeface="Segoe UI Symbol"/>
              <a:ea typeface="Segoe UI Symbol"/>
              <a:cs typeface="Segoe UI Symbol"/>
            </a:endParaRPr>
          </a:p>
        </p:txBody>
      </p:sp>
      <p:sp>
        <p:nvSpPr>
          <p:cNvPr id="59" name="object 30">
            <a:extLst>
              <a:ext uri="{FF2B5EF4-FFF2-40B4-BE49-F238E27FC236}">
                <a16:creationId xmlns:a16="http://schemas.microsoft.com/office/drawing/2014/main" id="{DCF7621D-23CA-EA1A-408F-008A7491FCCE}"/>
              </a:ext>
            </a:extLst>
          </p:cNvPr>
          <p:cNvSpPr txBox="1"/>
          <p:nvPr/>
        </p:nvSpPr>
        <p:spPr>
          <a:xfrm>
            <a:off x="1127712" y="8701538"/>
            <a:ext cx="5013833" cy="26738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Ms.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 </a:t>
            </a:r>
            <a:r>
              <a:rPr lang="fr-FR" sz="1650" spc="40" dirty="0" err="1">
                <a:solidFill>
                  <a:srgbClr val="414141"/>
                </a:solidFill>
                <a:latin typeface="Times New Roman"/>
                <a:cs typeface="Times New Roman"/>
              </a:rPr>
              <a:t>aouini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1650" spc="40" dirty="0" err="1">
                <a:solidFill>
                  <a:srgbClr val="414141"/>
                </a:solidFill>
                <a:latin typeface="Times New Roman"/>
                <a:cs typeface="Times New Roman"/>
              </a:rPr>
              <a:t>imen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 </a:t>
            </a:r>
            <a:r>
              <a:rPr sz="1650" spc="40" dirty="0">
                <a:solidFill>
                  <a:srgbClr val="414141"/>
                </a:solid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fr-FR"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imen.aouini@esprit.tn</a:t>
            </a:r>
            <a:r>
              <a:rPr sz="1650" spc="40" dirty="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lang="fr-FR" sz="1650" spc="40" dirty="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60" name="object 27">
            <a:extLst>
              <a:ext uri="{FF2B5EF4-FFF2-40B4-BE49-F238E27FC236}">
                <a16:creationId xmlns:a16="http://schemas.microsoft.com/office/drawing/2014/main" id="{12FF74EA-4C9E-C998-FEF0-A5BC97232122}"/>
              </a:ext>
            </a:extLst>
          </p:cNvPr>
          <p:cNvSpPr txBox="1"/>
          <p:nvPr/>
        </p:nvSpPr>
        <p:spPr>
          <a:xfrm>
            <a:off x="6805481" y="8764644"/>
            <a:ext cx="137795" cy="16607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lang="fr-FR" sz="1000">
              <a:latin typeface="Segoe UI Symbol"/>
              <a:ea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8588" y="790143"/>
            <a:ext cx="314134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4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2594864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5" y="2495753"/>
            <a:ext cx="14179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21</a:t>
            </a:r>
            <a:r>
              <a:rPr sz="2800" spc="-15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weeks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693" y="3369691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695" y="3273628"/>
            <a:ext cx="1676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b="1" i="1" spc="-5">
                <a:solidFill>
                  <a:srgbClr val="931100"/>
                </a:solidFill>
                <a:latin typeface="Arial"/>
                <a:cs typeface="Arial"/>
              </a:rPr>
              <a:t>5</a:t>
            </a:r>
            <a:r>
              <a:rPr sz="2800" b="1" i="1" spc="-140">
                <a:solidFill>
                  <a:srgbClr val="931100"/>
                </a:solidFill>
                <a:latin typeface="Arial"/>
                <a:cs typeface="Arial"/>
              </a:rPr>
              <a:t> </a:t>
            </a:r>
            <a:r>
              <a:rPr sz="2800" b="1" i="1" spc="-5">
                <a:solidFill>
                  <a:srgbClr val="931100"/>
                </a:solidFill>
                <a:latin typeface="Arial"/>
                <a:cs typeface="Arial"/>
              </a:rPr>
              <a:t>Phases: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5695" y="41447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5646" y="4045966"/>
            <a:ext cx="2486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40">
                <a:solidFill>
                  <a:srgbClr val="414141"/>
                </a:solidFill>
                <a:latin typeface="Times New Roman"/>
                <a:cs typeface="Times New Roman"/>
              </a:rPr>
              <a:t>Ph</a:t>
            </a:r>
            <a:r>
              <a:rPr sz="2800" spc="13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4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2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1</a:t>
            </a:r>
            <a:r>
              <a:rPr sz="280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30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10">
                <a:solidFill>
                  <a:srgbClr val="414141"/>
                </a:solidFill>
                <a:latin typeface="Times New Roman"/>
                <a:cs typeface="Times New Roman"/>
              </a:rPr>
              <a:t>De</a:t>
            </a:r>
            <a:r>
              <a:rPr sz="2800" i="1" spc="20">
                <a:solidFill>
                  <a:srgbClr val="414141"/>
                </a:solidFill>
                <a:latin typeface="Times New Roman"/>
                <a:cs typeface="Times New Roman"/>
              </a:rPr>
              <a:t>sig</a:t>
            </a:r>
            <a:r>
              <a:rPr sz="2800" i="1" spc="-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5695" y="49195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5646" y="4820792"/>
            <a:ext cx="5118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10">
                <a:solidFill>
                  <a:srgbClr val="414141"/>
                </a:solidFill>
                <a:latin typeface="Times New Roman"/>
                <a:cs typeface="Times New Roman"/>
              </a:rPr>
              <a:t>Phase</a:t>
            </a:r>
            <a:r>
              <a:rPr sz="2800" spc="254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20">
                <a:solidFill>
                  <a:srgbClr val="414141"/>
                </a:solidFill>
                <a:latin typeface="Times New Roman"/>
                <a:cs typeface="Times New Roman"/>
              </a:rPr>
              <a:t>2:</a:t>
            </a:r>
            <a:r>
              <a:rPr sz="2800" spc="-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35">
                <a:solidFill>
                  <a:srgbClr val="414141"/>
                </a:solidFill>
                <a:latin typeface="Times New Roman"/>
                <a:cs typeface="Times New Roman"/>
              </a:rPr>
              <a:t>Computing</a:t>
            </a:r>
            <a:r>
              <a:rPr sz="2800" i="1" spc="-7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5">
                <a:solidFill>
                  <a:srgbClr val="414141"/>
                </a:solidFill>
                <a:latin typeface="Times New Roman"/>
                <a:cs typeface="Times New Roman"/>
              </a:rPr>
              <a:t>Infrastructure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5695" y="56944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4419" y="5595620"/>
            <a:ext cx="6248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10">
                <a:solidFill>
                  <a:srgbClr val="414141"/>
                </a:solidFill>
                <a:latin typeface="Times New Roman"/>
                <a:cs typeface="Times New Roman"/>
              </a:rPr>
              <a:t>Phase</a:t>
            </a:r>
            <a:r>
              <a:rPr sz="2800" spc="25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20">
                <a:solidFill>
                  <a:srgbClr val="414141"/>
                </a:solidFill>
                <a:latin typeface="Times New Roman"/>
                <a:cs typeface="Times New Roman"/>
              </a:rPr>
              <a:t>3:</a:t>
            </a:r>
            <a:r>
              <a:rPr sz="2800" spc="-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i="1" spc="-50">
                <a:solidFill>
                  <a:srgbClr val="414141"/>
                </a:solidFill>
                <a:latin typeface="Times New Roman"/>
                <a:cs typeface="Times New Roman"/>
              </a:rPr>
              <a:t>oftware</a:t>
            </a:r>
            <a:r>
              <a:rPr sz="2800" i="1" spc="-12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5">
                <a:solidFill>
                  <a:srgbClr val="414141"/>
                </a:solidFill>
                <a:latin typeface="Times New Roman"/>
                <a:cs typeface="Times New Roman"/>
              </a:rPr>
              <a:t>deployment</a:t>
            </a:r>
            <a:r>
              <a:rPr sz="2800" i="1" spc="-7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15">
                <a:solidFill>
                  <a:srgbClr val="414141"/>
                </a:solidFill>
                <a:latin typeface="Times New Roman"/>
                <a:cs typeface="Times New Roman"/>
              </a:rPr>
              <a:t>environment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5695" y="64691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5646" y="6370447"/>
            <a:ext cx="7237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10">
                <a:solidFill>
                  <a:srgbClr val="414141"/>
                </a:solidFill>
                <a:latin typeface="Times New Roman"/>
                <a:cs typeface="Times New Roman"/>
              </a:rPr>
              <a:t>Phase</a:t>
            </a:r>
            <a:r>
              <a:rPr sz="2800" spc="26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20">
                <a:solidFill>
                  <a:srgbClr val="414141"/>
                </a:solidFill>
                <a:latin typeface="Times New Roman"/>
                <a:cs typeface="Times New Roman"/>
              </a:rPr>
              <a:t>4:</a:t>
            </a:r>
            <a:r>
              <a:rPr sz="2800" spc="-8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5">
                <a:solidFill>
                  <a:srgbClr val="414141"/>
                </a:solidFill>
                <a:latin typeface="Times New Roman"/>
                <a:cs typeface="Times New Roman"/>
              </a:rPr>
              <a:t>Application</a:t>
            </a:r>
            <a:r>
              <a:rPr sz="2800" i="1" spc="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>
                <a:solidFill>
                  <a:srgbClr val="414141"/>
                </a:solidFill>
                <a:latin typeface="Times New Roman"/>
                <a:cs typeface="Times New Roman"/>
              </a:rPr>
              <a:t>Development</a:t>
            </a:r>
            <a:r>
              <a:rPr sz="2800" i="1" spc="2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85646" y="7066645"/>
            <a:ext cx="51113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110">
                <a:solidFill>
                  <a:srgbClr val="414141"/>
                </a:solidFill>
                <a:latin typeface="Times New Roman"/>
                <a:cs typeface="Times New Roman"/>
              </a:rPr>
              <a:t>Phase</a:t>
            </a:r>
            <a:r>
              <a:rPr lang="en-US" sz="2800" spc="26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2800" spc="-20">
                <a:solidFill>
                  <a:srgbClr val="414141"/>
                </a:solidFill>
                <a:latin typeface="Times New Roman"/>
                <a:cs typeface="Times New Roman"/>
              </a:rPr>
              <a:t>5:</a:t>
            </a:r>
            <a:r>
              <a:rPr lang="en-US" sz="2800" spc="-8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2800" i="1" spc="5">
                <a:solidFill>
                  <a:srgbClr val="414141"/>
                </a:solidFill>
                <a:latin typeface="Times New Roman"/>
                <a:cs typeface="Times New Roman"/>
              </a:rPr>
              <a:t>Application</a:t>
            </a:r>
            <a:r>
              <a:rPr lang="en-US" sz="2800" i="1" spc="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2800" i="1" spc="15">
                <a:solidFill>
                  <a:srgbClr val="414141"/>
                </a:solidFill>
                <a:latin typeface="Times New Roman"/>
                <a:cs typeface="Times New Roman"/>
              </a:rPr>
              <a:t>Deployment</a:t>
            </a:r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16" name="object 13"/>
          <p:cNvSpPr txBox="1"/>
          <p:nvPr/>
        </p:nvSpPr>
        <p:spPr>
          <a:xfrm>
            <a:off x="1015695" y="7266424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8588" y="790143"/>
            <a:ext cx="314134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40"/>
              <a:t>Schedule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8" y="3894046"/>
            <a:ext cx="12902160" cy="4644000"/>
          </a:xfrm>
          <a:prstGeom prst="rect">
            <a:avLst/>
          </a:prstGeom>
        </p:spPr>
      </p:pic>
      <p:graphicFrame>
        <p:nvGraphicFramePr>
          <p:cNvPr id="27" name="Tableau 3">
            <a:extLst>
              <a:ext uri="{FF2B5EF4-FFF2-40B4-BE49-F238E27FC236}">
                <a16:creationId xmlns:a16="http://schemas.microsoft.com/office/drawing/2014/main" id="{84DCA433-DD7B-6EFA-6E01-E410A7B5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58291"/>
              </p:ext>
            </p:extLst>
          </p:nvPr>
        </p:nvGraphicFramePr>
        <p:xfrm>
          <a:off x="103925" y="7376215"/>
          <a:ext cx="11704316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62189170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963738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04633075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57812157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92536354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47781041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0997150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15528603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391496734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1602893620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17935456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4454507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82758974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11330011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587720898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278738371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44824421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8226843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36549151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865907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10107839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050" b="1" dirty="0">
                          <a:latin typeface="Arial"/>
                        </a:rPr>
                        <a:t>W22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50" b="1" dirty="0">
                          <a:latin typeface="Arial"/>
                        </a:rPr>
                        <a:t>W28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519280"/>
                  </a:ext>
                </a:extLst>
              </a:tr>
            </a:tbl>
          </a:graphicData>
        </a:graphic>
      </p:graphicFrame>
      <p:sp>
        <p:nvSpPr>
          <p:cNvPr id="28" name="ZoneTexte 18">
            <a:extLst>
              <a:ext uri="{FF2B5EF4-FFF2-40B4-BE49-F238E27FC236}">
                <a16:creationId xmlns:a16="http://schemas.microsoft.com/office/drawing/2014/main" id="{5F022946-1766-FE82-DD47-497F836B1127}"/>
              </a:ext>
            </a:extLst>
          </p:cNvPr>
          <p:cNvSpPr txBox="1"/>
          <p:nvPr/>
        </p:nvSpPr>
        <p:spPr>
          <a:xfrm>
            <a:off x="250231" y="6273028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D93D2B"/>
                </a:solidFill>
                <a:latin typeface="Georgia"/>
              </a:rPr>
              <a:t>Design</a:t>
            </a:r>
            <a:endParaRPr lang="fr-FR" sz="2000">
              <a:cs typeface="Calibri"/>
            </a:endParaRPr>
          </a:p>
        </p:txBody>
      </p:sp>
      <p:sp>
        <p:nvSpPr>
          <p:cNvPr id="29" name="ZoneTexte 20">
            <a:extLst>
              <a:ext uri="{FF2B5EF4-FFF2-40B4-BE49-F238E27FC236}">
                <a16:creationId xmlns:a16="http://schemas.microsoft.com/office/drawing/2014/main" id="{527E06F0-7F1A-C106-CCF2-719FBD691168}"/>
              </a:ext>
            </a:extLst>
          </p:cNvPr>
          <p:cNvSpPr txBox="1"/>
          <p:nvPr/>
        </p:nvSpPr>
        <p:spPr>
          <a:xfrm>
            <a:off x="1869266" y="5263985"/>
            <a:ext cx="185910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D93D2B"/>
                </a:solidFill>
                <a:latin typeface="Georgia"/>
              </a:rPr>
              <a:t>Setting up the Infrastructure</a:t>
            </a:r>
            <a:endParaRPr lang="fr-FR" sz="2000" dirty="0">
              <a:cs typeface="Calibri"/>
            </a:endParaRPr>
          </a:p>
        </p:txBody>
      </p:sp>
      <p:sp>
        <p:nvSpPr>
          <p:cNvPr id="30" name="ZoneTexte 22">
            <a:extLst>
              <a:ext uri="{FF2B5EF4-FFF2-40B4-BE49-F238E27FC236}">
                <a16:creationId xmlns:a16="http://schemas.microsoft.com/office/drawing/2014/main" id="{3FEDCC93-86FC-F5D3-DA8C-9712A753A5C2}"/>
              </a:ext>
            </a:extLst>
          </p:cNvPr>
          <p:cNvSpPr txBox="1"/>
          <p:nvPr/>
        </p:nvSpPr>
        <p:spPr>
          <a:xfrm>
            <a:off x="4299105" y="4463821"/>
            <a:ext cx="178780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D93D2B"/>
                </a:solidFill>
                <a:latin typeface="Georgia"/>
              </a:rPr>
              <a:t>Software Deployment Environment</a:t>
            </a:r>
            <a:r>
              <a:rPr lang="fr-FR" sz="2000" dirty="0">
                <a:latin typeface="Georgia"/>
              </a:rPr>
              <a:t>​</a:t>
            </a:r>
            <a:endParaRPr lang="fr-FR" sz="2000" dirty="0">
              <a:cs typeface="Calibri"/>
            </a:endParaRPr>
          </a:p>
        </p:txBody>
      </p:sp>
      <p:sp>
        <p:nvSpPr>
          <p:cNvPr id="31" name="ZoneTexte 6">
            <a:extLst>
              <a:ext uri="{FF2B5EF4-FFF2-40B4-BE49-F238E27FC236}">
                <a16:creationId xmlns:a16="http://schemas.microsoft.com/office/drawing/2014/main" id="{C147CB94-BA1C-BBDE-20EE-E70F8149F902}"/>
              </a:ext>
            </a:extLst>
          </p:cNvPr>
          <p:cNvSpPr txBox="1"/>
          <p:nvPr/>
        </p:nvSpPr>
        <p:spPr>
          <a:xfrm>
            <a:off x="7452904" y="4190749"/>
            <a:ext cx="1790037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D93D2B"/>
                </a:solidFill>
                <a:latin typeface="Georgia"/>
              </a:rPr>
              <a:t>Application Development</a:t>
            </a:r>
            <a:r>
              <a:rPr lang="fr-FR" sz="2000" dirty="0">
                <a:latin typeface="Georgia"/>
              </a:rPr>
              <a:t>​</a:t>
            </a:r>
            <a:endParaRPr lang="fr-FR" sz="2000" dirty="0">
              <a:cs typeface="Calibri"/>
            </a:endParaRPr>
          </a:p>
        </p:txBody>
      </p:sp>
      <p:sp>
        <p:nvSpPr>
          <p:cNvPr id="32" name="ZoneTexte 24">
            <a:extLst>
              <a:ext uri="{FF2B5EF4-FFF2-40B4-BE49-F238E27FC236}">
                <a16:creationId xmlns:a16="http://schemas.microsoft.com/office/drawing/2014/main" id="{2EC05396-B0BD-AECC-33CD-49E1E8BCC92C}"/>
              </a:ext>
            </a:extLst>
          </p:cNvPr>
          <p:cNvSpPr txBox="1"/>
          <p:nvPr/>
        </p:nvSpPr>
        <p:spPr>
          <a:xfrm>
            <a:off x="9608127" y="3883523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dirty="0">
                <a:solidFill>
                  <a:srgbClr val="D93D2B"/>
                </a:solidFill>
                <a:latin typeface="Georgia"/>
                <a:ea typeface="+mn-lt"/>
                <a:cs typeface="+mn-lt"/>
              </a:rPr>
              <a:t>Application </a:t>
            </a:r>
            <a:r>
              <a:rPr lang="fr-FR" sz="2000" dirty="0" err="1">
                <a:solidFill>
                  <a:srgbClr val="D93D2B"/>
                </a:solidFill>
                <a:latin typeface="Georgia"/>
                <a:ea typeface="+mn-lt"/>
                <a:cs typeface="+mn-lt"/>
              </a:rPr>
              <a:t>Deployment</a:t>
            </a:r>
            <a:r>
              <a:rPr lang="fr-FR" sz="2000" dirty="0">
                <a:solidFill>
                  <a:srgbClr val="D93D2B"/>
                </a:solidFill>
                <a:ea typeface="+mn-lt"/>
                <a:cs typeface="+mn-lt"/>
              </a:rPr>
              <a:t> </a:t>
            </a:r>
            <a:endParaRPr lang="fr-FR" sz="2000" dirty="0" err="1"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326B62-2F98-DE3B-41C5-1983C7AF6738}"/>
              </a:ext>
            </a:extLst>
          </p:cNvPr>
          <p:cNvSpPr txBox="1"/>
          <p:nvPr/>
        </p:nvSpPr>
        <p:spPr>
          <a:xfrm>
            <a:off x="11615529" y="5206189"/>
            <a:ext cx="1284745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Validation 5</a:t>
            </a:r>
          </a:p>
        </p:txBody>
      </p:sp>
      <p:sp>
        <p:nvSpPr>
          <p:cNvPr id="6" name="ZoneTexte 8">
            <a:extLst>
              <a:ext uri="{FF2B5EF4-FFF2-40B4-BE49-F238E27FC236}">
                <a16:creationId xmlns:a16="http://schemas.microsoft.com/office/drawing/2014/main" id="{65C56FA7-FD52-3CC2-39D9-1B3E9AEFD7FD}"/>
              </a:ext>
            </a:extLst>
          </p:cNvPr>
          <p:cNvSpPr txBox="1"/>
          <p:nvPr/>
        </p:nvSpPr>
        <p:spPr>
          <a:xfrm>
            <a:off x="10458720" y="4594482"/>
            <a:ext cx="1056591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Phase 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4D0B076-D1DB-C7A4-5F56-2674150DD4FD}"/>
              </a:ext>
            </a:extLst>
          </p:cNvPr>
          <p:cNvSpPr txBox="1"/>
          <p:nvPr/>
        </p:nvSpPr>
        <p:spPr>
          <a:xfrm>
            <a:off x="6422484" y="5963654"/>
            <a:ext cx="1262368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Validation 3</a:t>
            </a:r>
          </a:p>
        </p:txBody>
      </p:sp>
      <p:sp>
        <p:nvSpPr>
          <p:cNvPr id="11" name="ZoneTexte 8">
            <a:extLst>
              <a:ext uri="{FF2B5EF4-FFF2-40B4-BE49-F238E27FC236}">
                <a16:creationId xmlns:a16="http://schemas.microsoft.com/office/drawing/2014/main" id="{C21CB24F-1308-0026-CBFB-1C23C3DD4E3A}"/>
              </a:ext>
            </a:extLst>
          </p:cNvPr>
          <p:cNvSpPr txBox="1"/>
          <p:nvPr/>
        </p:nvSpPr>
        <p:spPr>
          <a:xfrm>
            <a:off x="8023362" y="5128062"/>
            <a:ext cx="1370303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Phase 4</a:t>
            </a:r>
          </a:p>
        </p:txBody>
      </p:sp>
      <p:sp>
        <p:nvSpPr>
          <p:cNvPr id="13" name="ZoneTexte 8">
            <a:extLst>
              <a:ext uri="{FF2B5EF4-FFF2-40B4-BE49-F238E27FC236}">
                <a16:creationId xmlns:a16="http://schemas.microsoft.com/office/drawing/2014/main" id="{A5411DFF-9E76-575A-3826-FD8EE869EFEC}"/>
              </a:ext>
            </a:extLst>
          </p:cNvPr>
          <p:cNvSpPr txBox="1"/>
          <p:nvPr/>
        </p:nvSpPr>
        <p:spPr>
          <a:xfrm>
            <a:off x="4662361" y="5404289"/>
            <a:ext cx="1370303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Phase 3</a:t>
            </a:r>
          </a:p>
        </p:txBody>
      </p:sp>
      <p:sp>
        <p:nvSpPr>
          <p:cNvPr id="15" name="ZoneTexte 8">
            <a:extLst>
              <a:ext uri="{FF2B5EF4-FFF2-40B4-BE49-F238E27FC236}">
                <a16:creationId xmlns:a16="http://schemas.microsoft.com/office/drawing/2014/main" id="{B2B80781-7CA6-37C2-D044-D161E43EBB8F}"/>
              </a:ext>
            </a:extLst>
          </p:cNvPr>
          <p:cNvSpPr txBox="1"/>
          <p:nvPr/>
        </p:nvSpPr>
        <p:spPr>
          <a:xfrm>
            <a:off x="2365882" y="5885834"/>
            <a:ext cx="1370303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Phase 2</a:t>
            </a:r>
          </a:p>
        </p:txBody>
      </p:sp>
      <p:sp>
        <p:nvSpPr>
          <p:cNvPr id="17" name="ZoneTexte 8">
            <a:extLst>
              <a:ext uri="{FF2B5EF4-FFF2-40B4-BE49-F238E27FC236}">
                <a16:creationId xmlns:a16="http://schemas.microsoft.com/office/drawing/2014/main" id="{11DA41C5-08C0-2D7D-2FA7-2C9EB9A72569}"/>
              </a:ext>
            </a:extLst>
          </p:cNvPr>
          <p:cNvSpPr txBox="1"/>
          <p:nvPr/>
        </p:nvSpPr>
        <p:spPr>
          <a:xfrm>
            <a:off x="198028" y="6647092"/>
            <a:ext cx="1206993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Phase 1</a:t>
            </a:r>
          </a:p>
        </p:txBody>
      </p:sp>
      <p:sp>
        <p:nvSpPr>
          <p:cNvPr id="19" name="ZoneTexte 8">
            <a:extLst>
              <a:ext uri="{FF2B5EF4-FFF2-40B4-BE49-F238E27FC236}">
                <a16:creationId xmlns:a16="http://schemas.microsoft.com/office/drawing/2014/main" id="{3351E911-F37A-79C6-710C-C7411516B6F1}"/>
              </a:ext>
            </a:extLst>
          </p:cNvPr>
          <p:cNvSpPr txBox="1"/>
          <p:nvPr/>
        </p:nvSpPr>
        <p:spPr>
          <a:xfrm>
            <a:off x="4110438" y="6309831"/>
            <a:ext cx="1262368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Validation 2</a:t>
            </a:r>
          </a:p>
        </p:txBody>
      </p:sp>
      <p:sp>
        <p:nvSpPr>
          <p:cNvPr id="21" name="ZoneTexte 8">
            <a:extLst>
              <a:ext uri="{FF2B5EF4-FFF2-40B4-BE49-F238E27FC236}">
                <a16:creationId xmlns:a16="http://schemas.microsoft.com/office/drawing/2014/main" id="{D4FD1A2B-5C2B-0F29-2B3C-388177C11EE7}"/>
              </a:ext>
            </a:extLst>
          </p:cNvPr>
          <p:cNvSpPr txBox="1"/>
          <p:nvPr/>
        </p:nvSpPr>
        <p:spPr>
          <a:xfrm>
            <a:off x="1915758" y="6630356"/>
            <a:ext cx="1262368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b="1">
                <a:cs typeface="Calibri"/>
              </a:rPr>
              <a:t>Validation 1</a:t>
            </a:r>
          </a:p>
        </p:txBody>
      </p:sp>
      <p:sp>
        <p:nvSpPr>
          <p:cNvPr id="24" name="ZoneTexte 8">
            <a:extLst>
              <a:ext uri="{FF2B5EF4-FFF2-40B4-BE49-F238E27FC236}">
                <a16:creationId xmlns:a16="http://schemas.microsoft.com/office/drawing/2014/main" id="{4C3D3F60-5A7D-003E-187D-C7C6A1C1BE6F}"/>
              </a:ext>
            </a:extLst>
          </p:cNvPr>
          <p:cNvSpPr txBox="1"/>
          <p:nvPr/>
        </p:nvSpPr>
        <p:spPr>
          <a:xfrm>
            <a:off x="10458748" y="5577382"/>
            <a:ext cx="1042332" cy="39559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fr-FR" sz="1600" b="1">
              <a:cs typeface="Calibri"/>
            </a:endParaRPr>
          </a:p>
        </p:txBody>
      </p:sp>
      <p:sp>
        <p:nvSpPr>
          <p:cNvPr id="25" name="ZoneTexte 8">
            <a:extLst>
              <a:ext uri="{FF2B5EF4-FFF2-40B4-BE49-F238E27FC236}">
                <a16:creationId xmlns:a16="http://schemas.microsoft.com/office/drawing/2014/main" id="{CB50A60C-E03A-3F9C-3301-77E264AE7937}"/>
              </a:ext>
            </a:extLst>
          </p:cNvPr>
          <p:cNvSpPr txBox="1"/>
          <p:nvPr/>
        </p:nvSpPr>
        <p:spPr>
          <a:xfrm>
            <a:off x="10411469" y="5582363"/>
            <a:ext cx="1262368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>
                <a:cs typeface="Calibri"/>
              </a:rPr>
              <a:t>Validation 4</a:t>
            </a:r>
          </a:p>
        </p:txBody>
      </p:sp>
    </p:spTree>
    <p:extLst>
      <p:ext uri="{BB962C8B-B14F-4D97-AF65-F5344CB8AC3E}">
        <p14:creationId xmlns:p14="http://schemas.microsoft.com/office/powerpoint/2010/main" val="3885239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8052" y="790143"/>
            <a:ext cx="561086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20" dirty="0"/>
              <a:t>P</a:t>
            </a:r>
            <a:r>
              <a:rPr spc="-640" dirty="0"/>
              <a:t>h</a:t>
            </a:r>
            <a:r>
              <a:rPr spc="-630" dirty="0"/>
              <a:t>as</a:t>
            </a:r>
            <a:r>
              <a:rPr spc="-5" dirty="0"/>
              <a:t>e</a:t>
            </a:r>
            <a:r>
              <a:rPr spc="-1215" dirty="0"/>
              <a:t> </a:t>
            </a:r>
            <a:r>
              <a:rPr spc="-5" dirty="0"/>
              <a:t>1</a:t>
            </a:r>
            <a:r>
              <a:rPr spc="465" dirty="0"/>
              <a:t> </a:t>
            </a:r>
            <a:r>
              <a:rPr spc="-5" dirty="0"/>
              <a:t>:</a:t>
            </a:r>
            <a:r>
              <a:rPr spc="-760" dirty="0"/>
              <a:t> </a:t>
            </a:r>
            <a:r>
              <a:rPr spc="-400" dirty="0"/>
              <a:t>Desig</a:t>
            </a:r>
            <a:r>
              <a:rPr spc="-5"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3966717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 dirty="0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 dirty="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4" y="3790058"/>
            <a:ext cx="11430306" cy="9607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  <a:tabLst>
                <a:tab pos="1913255" algn="l"/>
                <a:tab pos="3201035" algn="l"/>
                <a:tab pos="4979670" algn="l"/>
                <a:tab pos="6409055" algn="l"/>
                <a:tab pos="7191375" algn="l"/>
                <a:tab pos="8769985" algn="l"/>
                <a:tab pos="10669270" algn="l"/>
              </a:tabLst>
            </a:pPr>
            <a:r>
              <a:rPr lang="en-US" sz="2800" b="1" i="1" spc="-10" dirty="0">
                <a:solidFill>
                  <a:srgbClr val="005392"/>
                </a:solidFill>
                <a:latin typeface="Arial"/>
                <a:cs typeface="Arial"/>
              </a:rPr>
              <a:t>Objectives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lang="fr-FR" sz="280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45" dirty="0">
                <a:solidFill>
                  <a:srgbClr val="414141"/>
                </a:solidFill>
                <a:latin typeface="Times New Roman"/>
                <a:cs typeface="Times New Roman"/>
              </a:rPr>
              <a:t>x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100" dirty="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90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00" dirty="0">
                <a:solidFill>
                  <a:srgbClr val="414141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lang="fr-FR" sz="280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fu</a:t>
            </a:r>
            <a:r>
              <a:rPr sz="2800" spc="120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c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55" dirty="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2800" spc="95" dirty="0">
                <a:solidFill>
                  <a:srgbClr val="414141"/>
                </a:solidFill>
                <a:latin typeface="Times New Roman"/>
                <a:cs typeface="Times New Roman"/>
              </a:rPr>
              <a:t>o</a:t>
            </a:r>
            <a:r>
              <a:rPr sz="2800" spc="155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140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l</a:t>
            </a:r>
            <a:r>
              <a:rPr sz="2800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90" dirty="0">
                <a:solidFill>
                  <a:srgbClr val="414141"/>
                </a:solidFill>
                <a:latin typeface="Times New Roman"/>
                <a:cs typeface="Times New Roman"/>
              </a:rPr>
              <a:t>f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ea</a:t>
            </a:r>
            <a:r>
              <a:rPr sz="2800" spc="100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260" dirty="0">
                <a:solidFill>
                  <a:srgbClr val="414141"/>
                </a:solidFill>
                <a:latin typeface="Times New Roman"/>
                <a:cs typeface="Times New Roman"/>
              </a:rPr>
              <a:t>u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/ </a:t>
            </a:r>
            <a:r>
              <a:rPr lang="fr-FR" sz="2800" spc="-5" dirty="0" err="1">
                <a:solidFill>
                  <a:srgbClr val="414141"/>
                </a:solidFill>
                <a:latin typeface="Times New Roman"/>
                <a:cs typeface="Times New Roman"/>
              </a:rPr>
              <a:t>requirements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210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220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lang="fr-FR" sz="280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35" dirty="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20" dirty="0">
                <a:solidFill>
                  <a:srgbClr val="414141"/>
                </a:solidFill>
                <a:latin typeface="Times New Roman"/>
                <a:cs typeface="Times New Roman"/>
              </a:rPr>
              <a:t>c</a:t>
            </a:r>
            <a:r>
              <a:rPr sz="2800" spc="100" dirty="0">
                <a:solidFill>
                  <a:srgbClr val="414141"/>
                </a:solidFill>
                <a:latin typeface="Times New Roman"/>
                <a:cs typeface="Times New Roman"/>
              </a:rPr>
              <a:t>hni</a:t>
            </a:r>
            <a:r>
              <a:rPr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c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l</a:t>
            </a:r>
            <a:r>
              <a:rPr lang="fr-FR" sz="280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414141"/>
                </a:solidFill>
                <a:latin typeface="Times New Roman"/>
                <a:cs typeface="Times New Roman"/>
              </a:rPr>
              <a:t>c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o</a:t>
            </a:r>
            <a:r>
              <a:rPr sz="2800" spc="155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150" dirty="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140" dirty="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35" dirty="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2800" spc="150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f</a:t>
            </a:r>
            <a:r>
              <a:rPr sz="2800" spc="35" dirty="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o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m  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the </a:t>
            </a:r>
            <a:r>
              <a:rPr lang="fr-FR" sz="2800" spc="-5" dirty="0" err="1">
                <a:solidFill>
                  <a:srgbClr val="414141"/>
                </a:solidFill>
                <a:latin typeface="Times New Roman"/>
                <a:cs typeface="Times New Roman"/>
              </a:rPr>
              <a:t>project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414141"/>
                </a:solidFill>
                <a:latin typeface="Times New Roman"/>
                <a:cs typeface="Times New Roman"/>
              </a:rPr>
              <a:t>specifications.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693" y="52115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 dirty="0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 dirty="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695" y="5114290"/>
            <a:ext cx="7984490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Duration</a:t>
            </a:r>
            <a:r>
              <a:rPr sz="2800" b="1" i="1" spc="-30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6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3</a:t>
            </a:r>
            <a:r>
              <a:rPr sz="2800" spc="-4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Weeks</a:t>
            </a:r>
            <a:r>
              <a:rPr sz="2800" spc="15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2</a:t>
            </a:r>
            <a:r>
              <a:rPr sz="2800" spc="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weeks</a:t>
            </a:r>
            <a:r>
              <a:rPr sz="2800" spc="35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414141"/>
                </a:solidFill>
                <a:latin typeface="Times New Roman"/>
                <a:cs typeface="Times New Roman"/>
              </a:rPr>
              <a:t>of</a:t>
            </a:r>
            <a:r>
              <a:rPr sz="2800" spc="31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0" dirty="0">
                <a:solidFill>
                  <a:srgbClr val="414141"/>
                </a:solidFill>
                <a:latin typeface="Times New Roman"/>
                <a:cs typeface="Times New Roman"/>
              </a:rPr>
              <a:t>work</a:t>
            </a:r>
            <a:r>
              <a:rPr sz="2800" spc="33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+</a:t>
            </a:r>
            <a:r>
              <a:rPr sz="2800" spc="-9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35" dirty="0">
                <a:solidFill>
                  <a:srgbClr val="414141"/>
                </a:solidFill>
                <a:latin typeface="Times New Roman"/>
                <a:cs typeface="Times New Roman"/>
              </a:rPr>
              <a:t>Validation</a:t>
            </a:r>
            <a:r>
              <a:rPr sz="2800" spc="19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59863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 dirty="0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 dirty="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695" y="5889117"/>
            <a:ext cx="10612755" cy="8769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200"/>
              </a:spcBef>
            </a:pP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Deliverables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5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414141"/>
                </a:solidFill>
                <a:latin typeface="Times New Roman"/>
                <a:cs typeface="Times New Roman"/>
              </a:rPr>
              <a:t>Global</a:t>
            </a:r>
            <a:r>
              <a:rPr sz="2800" spc="25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90" dirty="0">
                <a:solidFill>
                  <a:srgbClr val="414141"/>
                </a:solidFill>
                <a:latin typeface="Times New Roman"/>
                <a:cs typeface="Times New Roman"/>
              </a:rPr>
              <a:t>architecture</a:t>
            </a:r>
            <a:r>
              <a:rPr sz="2800" spc="32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25" dirty="0">
                <a:solidFill>
                  <a:srgbClr val="414141"/>
                </a:solidFill>
                <a:latin typeface="Times New Roman"/>
                <a:cs typeface="Times New Roman"/>
              </a:rPr>
              <a:t>of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90" dirty="0">
                <a:solidFill>
                  <a:srgbClr val="414141"/>
                </a:solidFill>
                <a:latin typeface="Times New Roman"/>
                <a:cs typeface="Times New Roman"/>
              </a:rPr>
              <a:t>the</a:t>
            </a:r>
            <a:r>
              <a:rPr sz="2800" spc="32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50" dirty="0">
                <a:solidFill>
                  <a:srgbClr val="414141"/>
                </a:solidFill>
                <a:latin typeface="Times New Roman"/>
                <a:cs typeface="Times New Roman"/>
              </a:rPr>
              <a:t>proposed</a:t>
            </a:r>
            <a:r>
              <a:rPr sz="2800" spc="-13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solution,</a:t>
            </a:r>
            <a:r>
              <a:rPr sz="2800" spc="22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Project </a:t>
            </a:r>
            <a:r>
              <a:rPr sz="2800" spc="-68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planification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93" y="731405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 dirty="0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 dirty="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695" y="7158355"/>
            <a:ext cx="10974705" cy="876935"/>
          </a:xfrm>
          <a:prstGeom prst="rect">
            <a:avLst/>
          </a:prstGeom>
        </p:spPr>
        <p:txBody>
          <a:bodyPr vert="horz" wrap="square" lIns="0" tIns="25400" rIns="0" bIns="0" rtlCol="0" anchor="t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200"/>
              </a:spcBef>
              <a:tabLst>
                <a:tab pos="8905875" algn="l"/>
              </a:tabLst>
            </a:pPr>
            <a:r>
              <a:rPr sz="2800" b="1" i="1" spc="-145" dirty="0">
                <a:solidFill>
                  <a:srgbClr val="005392"/>
                </a:solidFill>
                <a:latin typeface="Arial"/>
                <a:cs typeface="Arial"/>
              </a:rPr>
              <a:t>V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a</a:t>
            </a:r>
            <a:r>
              <a:rPr sz="2800" b="1" i="1" spc="-30" dirty="0">
                <a:solidFill>
                  <a:srgbClr val="005392"/>
                </a:solidFill>
                <a:latin typeface="Arial"/>
                <a:cs typeface="Arial"/>
              </a:rPr>
              <a:t>li</a:t>
            </a:r>
            <a:r>
              <a:rPr sz="2800" b="1" i="1" spc="-35" dirty="0">
                <a:solidFill>
                  <a:srgbClr val="005392"/>
                </a:solidFill>
                <a:latin typeface="Arial"/>
                <a:cs typeface="Arial"/>
              </a:rPr>
              <a:t>d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at</a:t>
            </a:r>
            <a:r>
              <a:rPr sz="2800" b="1" i="1" spc="-30" dirty="0">
                <a:solidFill>
                  <a:srgbClr val="005392"/>
                </a:solidFill>
                <a:latin typeface="Arial"/>
                <a:cs typeface="Arial"/>
              </a:rPr>
              <a:t>i</a:t>
            </a:r>
            <a:r>
              <a:rPr sz="2800" b="1" i="1" spc="-35" dirty="0">
                <a:solidFill>
                  <a:srgbClr val="005392"/>
                </a:solidFill>
                <a:latin typeface="Arial"/>
                <a:cs typeface="Arial"/>
              </a:rPr>
              <a:t>o</a:t>
            </a: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n</a:t>
            </a:r>
            <a:r>
              <a:rPr sz="2800" b="1" i="1" spc="-95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(</a:t>
            </a:r>
            <a:r>
              <a:rPr sz="2800" b="1" i="1" spc="-75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r>
              <a:rPr sz="2800" b="1" i="1" spc="-25" dirty="0">
                <a:solidFill>
                  <a:srgbClr val="FF0000"/>
                </a:solidFill>
                <a:latin typeface="Arial"/>
                <a:cs typeface="Arial"/>
              </a:rPr>
              <a:t>ee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sz="2800" b="1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fr-FR" sz="2800" b="1" i="1" spc="-229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lang="fr-FR" sz="2800" b="1" i="1" spc="-2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)</a:t>
            </a:r>
            <a:r>
              <a:rPr sz="2800" b="1" i="1" spc="-65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7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Pr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nt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tio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29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55" dirty="0">
                <a:solidFill>
                  <a:srgbClr val="414141"/>
                </a:solidFill>
                <a:latin typeface="Times New Roman"/>
                <a:cs typeface="Times New Roman"/>
              </a:rPr>
              <a:t>—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&gt;</a:t>
            </a:r>
            <a:r>
              <a:rPr sz="2800" spc="7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20" dirty="0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otiv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tio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25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215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225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90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ec</a:t>
            </a:r>
            <a:r>
              <a:rPr sz="2800" spc="90" dirty="0">
                <a:solidFill>
                  <a:srgbClr val="414141"/>
                </a:solidFill>
                <a:latin typeface="Times New Roman"/>
                <a:cs typeface="Times New Roman"/>
              </a:rPr>
              <a:t>hnologi</a:t>
            </a:r>
            <a:r>
              <a:rPr sz="2800" spc="80" dirty="0">
                <a:solidFill>
                  <a:srgbClr val="414141"/>
                </a:solidFill>
                <a:latin typeface="Times New Roman"/>
                <a:cs typeface="Times New Roman"/>
              </a:rPr>
              <a:t>ca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l  </a:t>
            </a:r>
            <a:r>
              <a:rPr sz="2800" spc="50" dirty="0">
                <a:solidFill>
                  <a:srgbClr val="414141"/>
                </a:solidFill>
                <a:latin typeface="Times New Roman"/>
                <a:cs typeface="Times New Roman"/>
              </a:rPr>
              <a:t>choice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745" y="810260"/>
            <a:ext cx="11884660" cy="1038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650" spc="-590"/>
              <a:t>P</a:t>
            </a:r>
            <a:r>
              <a:rPr sz="6650" spc="-600"/>
              <a:t>has</a:t>
            </a:r>
            <a:r>
              <a:rPr sz="6650" spc="415"/>
              <a:t>e</a:t>
            </a:r>
            <a:r>
              <a:rPr sz="6650" spc="-275"/>
              <a:t>2</a:t>
            </a:r>
            <a:r>
              <a:rPr sz="6650" spc="-5"/>
              <a:t>:</a:t>
            </a:r>
            <a:r>
              <a:rPr sz="6650" spc="-530"/>
              <a:t> </a:t>
            </a:r>
            <a:r>
              <a:rPr sz="6650" spc="-415"/>
              <a:t>Se</a:t>
            </a:r>
            <a:r>
              <a:rPr sz="6650" spc="-420"/>
              <a:t>ttin</a:t>
            </a:r>
            <a:r>
              <a:rPr sz="6650" spc="-5"/>
              <a:t>g</a:t>
            </a:r>
            <a:r>
              <a:rPr sz="6650" spc="-780"/>
              <a:t> </a:t>
            </a:r>
            <a:r>
              <a:rPr sz="6650" spc="-565"/>
              <a:t>u</a:t>
            </a:r>
            <a:r>
              <a:rPr sz="6650" spc="-5"/>
              <a:t>p</a:t>
            </a:r>
            <a:r>
              <a:rPr sz="6650" spc="-1120"/>
              <a:t> </a:t>
            </a:r>
            <a:r>
              <a:rPr sz="6650" spc="-500"/>
              <a:t>t</a:t>
            </a:r>
            <a:r>
              <a:rPr sz="6650" spc="-505"/>
              <a:t>h</a:t>
            </a:r>
            <a:r>
              <a:rPr sz="6650" spc="-5"/>
              <a:t>e</a:t>
            </a:r>
            <a:r>
              <a:rPr sz="6650" spc="-500"/>
              <a:t> </a:t>
            </a:r>
            <a:r>
              <a:rPr sz="6650" spc="-495"/>
              <a:t>I</a:t>
            </a:r>
            <a:r>
              <a:rPr sz="6650" spc="-505"/>
              <a:t>n</a:t>
            </a:r>
            <a:r>
              <a:rPr sz="6650" spc="-500"/>
              <a:t>f</a:t>
            </a:r>
            <a:r>
              <a:rPr sz="6650" spc="-495"/>
              <a:t>r</a:t>
            </a:r>
            <a:r>
              <a:rPr sz="6650" spc="-500"/>
              <a:t>a</a:t>
            </a:r>
            <a:r>
              <a:rPr sz="6650" spc="-505"/>
              <a:t>s</a:t>
            </a:r>
            <a:r>
              <a:rPr sz="6650" spc="-500"/>
              <a:t>t</a:t>
            </a:r>
            <a:r>
              <a:rPr sz="6650" spc="-495"/>
              <a:t>ruc</a:t>
            </a:r>
            <a:r>
              <a:rPr sz="6650" spc="-500"/>
              <a:t>t</a:t>
            </a:r>
            <a:r>
              <a:rPr sz="6650" spc="-495"/>
              <a:t>ur</a:t>
            </a:r>
            <a:r>
              <a:rPr sz="6650" spc="-5"/>
              <a:t>e</a:t>
            </a:r>
            <a:endParaRPr sz="6650"/>
          </a:p>
        </p:txBody>
      </p:sp>
      <p:sp>
        <p:nvSpPr>
          <p:cNvPr id="3" name="object 3"/>
          <p:cNvSpPr txBox="1"/>
          <p:nvPr/>
        </p:nvSpPr>
        <p:spPr>
          <a:xfrm>
            <a:off x="545693" y="4195317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4" y="4098163"/>
            <a:ext cx="106683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32370" algn="l"/>
              </a:tabLst>
            </a:pPr>
            <a:r>
              <a:rPr lang="en-US" sz="2800" b="1" i="1" spc="-10">
                <a:solidFill>
                  <a:srgbClr val="005392"/>
                </a:solidFill>
                <a:latin typeface="Arial"/>
                <a:cs typeface="Arial"/>
              </a:rPr>
              <a:t>Objectives</a:t>
            </a:r>
            <a:r>
              <a:rPr sz="2800" b="1" i="1" spc="-3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6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9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2800" spc="9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90">
                <a:solidFill>
                  <a:srgbClr val="414141"/>
                </a:solidFill>
                <a:latin typeface="Times New Roman"/>
                <a:cs typeface="Times New Roman"/>
              </a:rPr>
              <a:t>st</a:t>
            </a:r>
            <a:r>
              <a:rPr sz="2800" spc="8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90">
                <a:solidFill>
                  <a:srgbClr val="414141"/>
                </a:solidFill>
                <a:latin typeface="Times New Roman"/>
                <a:cs typeface="Times New Roman"/>
              </a:rPr>
              <a:t>l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l</a:t>
            </a:r>
            <a:r>
              <a:rPr sz="2800" spc="18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21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22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spc="-21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95">
                <a:solidFill>
                  <a:srgbClr val="414141"/>
                </a:solidFill>
                <a:latin typeface="Times New Roman"/>
                <a:cs typeface="Times New Roman"/>
              </a:rPr>
              <a:t>c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on</a:t>
            </a:r>
            <a:r>
              <a:rPr sz="2800" spc="100">
                <a:solidFill>
                  <a:srgbClr val="414141"/>
                </a:solidFill>
                <a:latin typeface="Times New Roman"/>
                <a:cs typeface="Times New Roman"/>
              </a:rPr>
              <a:t>fi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gu</a:t>
            </a:r>
            <a:r>
              <a:rPr sz="2800" spc="10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22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35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140">
                <a:solidFill>
                  <a:srgbClr val="414141"/>
                </a:solidFill>
                <a:latin typeface="Times New Roman"/>
                <a:cs typeface="Times New Roman"/>
              </a:rPr>
              <a:t>h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lang="fr-FR" sz="2800" spc="30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c</a:t>
            </a:r>
            <a:r>
              <a:rPr sz="2800" spc="170">
                <a:solidFill>
                  <a:srgbClr val="414141"/>
                </a:solidFill>
                <a:latin typeface="Times New Roman"/>
                <a:cs typeface="Times New Roman"/>
              </a:rPr>
              <a:t>l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ou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spc="33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aa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lang="fr-FR" sz="280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7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nfr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spc="16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uc</a:t>
            </a:r>
            <a:r>
              <a:rPr sz="2800" spc="16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u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693" y="4970145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695" y="4872990"/>
            <a:ext cx="8998585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Duration</a:t>
            </a:r>
            <a:r>
              <a:rPr sz="2800" b="1" i="1" spc="-30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6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4</a:t>
            </a:r>
            <a:r>
              <a:rPr sz="2800" spc="-4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Weeks</a:t>
            </a:r>
            <a:r>
              <a:rPr sz="2800" spc="14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3</a:t>
            </a:r>
            <a:r>
              <a:rPr sz="2800" spc="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weeks</a:t>
            </a:r>
            <a:r>
              <a:rPr sz="2800" spc="34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70" dirty="0">
                <a:solidFill>
                  <a:srgbClr val="414141"/>
                </a:solidFill>
                <a:latin typeface="Times New Roman"/>
                <a:cs typeface="Times New Roman"/>
              </a:rPr>
              <a:t>of</a:t>
            </a:r>
            <a:r>
              <a:rPr sz="2800" spc="31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0" dirty="0">
                <a:solidFill>
                  <a:srgbClr val="414141"/>
                </a:solidFill>
                <a:latin typeface="Times New Roman"/>
                <a:cs typeface="Times New Roman"/>
              </a:rPr>
              <a:t>work</a:t>
            </a:r>
            <a:r>
              <a:rPr sz="2800" spc="33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45" dirty="0">
                <a:solidFill>
                  <a:srgbClr val="414141"/>
                </a:solidFill>
                <a:latin typeface="Times New Roman"/>
                <a:cs typeface="Times New Roman"/>
              </a:rPr>
              <a:t>+</a:t>
            </a:r>
            <a:r>
              <a:rPr lang="fr-FR" sz="2800" spc="4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validation)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57449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695" y="5647690"/>
            <a:ext cx="9141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>
                <a:solidFill>
                  <a:srgbClr val="005392"/>
                </a:solidFill>
                <a:latin typeface="Arial"/>
                <a:cs typeface="Arial"/>
              </a:rPr>
              <a:t>Deliverables</a:t>
            </a:r>
            <a:r>
              <a:rPr sz="2800" b="1" i="1" spc="-2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5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32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95">
                <a:solidFill>
                  <a:srgbClr val="414141"/>
                </a:solidFill>
                <a:latin typeface="Times New Roman"/>
                <a:cs typeface="Times New Roman"/>
              </a:rPr>
              <a:t>well-configured,</a:t>
            </a:r>
            <a:r>
              <a:rPr sz="2800" spc="27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0">
                <a:solidFill>
                  <a:srgbClr val="414141"/>
                </a:solidFill>
                <a:latin typeface="Times New Roman"/>
                <a:cs typeface="Times New Roman"/>
              </a:rPr>
              <a:t>functional</a:t>
            </a:r>
            <a:r>
              <a:rPr sz="2800" spc="-5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infrastructure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93" y="65197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695" y="6422212"/>
            <a:ext cx="11252187" cy="4430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spcBef>
                <a:spcPts val="95"/>
              </a:spcBef>
              <a:tabLst>
                <a:tab pos="1851660" algn="l"/>
              </a:tabLst>
            </a:pPr>
            <a:r>
              <a:rPr sz="2800" b="1" i="1" spc="-145" dirty="0">
                <a:solidFill>
                  <a:srgbClr val="005392"/>
                </a:solidFill>
                <a:latin typeface="Arial"/>
                <a:cs typeface="Arial"/>
              </a:rPr>
              <a:t>V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a</a:t>
            </a:r>
            <a:r>
              <a:rPr sz="2800" b="1" i="1" spc="-30" dirty="0">
                <a:solidFill>
                  <a:srgbClr val="005392"/>
                </a:solidFill>
                <a:latin typeface="Arial"/>
                <a:cs typeface="Arial"/>
              </a:rPr>
              <a:t>li</a:t>
            </a:r>
            <a:r>
              <a:rPr sz="2800" b="1" i="1" spc="-40" dirty="0">
                <a:solidFill>
                  <a:srgbClr val="005392"/>
                </a:solidFill>
                <a:latin typeface="Arial"/>
                <a:cs typeface="Arial"/>
              </a:rPr>
              <a:t>d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at</a:t>
            </a:r>
            <a:r>
              <a:rPr sz="2800" b="1" i="1" spc="-30" dirty="0">
                <a:solidFill>
                  <a:srgbClr val="005392"/>
                </a:solidFill>
                <a:latin typeface="Arial"/>
                <a:cs typeface="Arial"/>
              </a:rPr>
              <a:t>i</a:t>
            </a:r>
            <a:r>
              <a:rPr sz="2800" b="1" i="1" spc="-40" dirty="0">
                <a:solidFill>
                  <a:srgbClr val="005392"/>
                </a:solidFill>
                <a:latin typeface="Arial"/>
                <a:cs typeface="Arial"/>
              </a:rPr>
              <a:t>o</a:t>
            </a: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n</a:t>
            </a:r>
            <a:r>
              <a:rPr sz="2800" b="1" i="1" dirty="0">
                <a:solidFill>
                  <a:srgbClr val="005392"/>
                </a:solidFill>
                <a:latin typeface="Arial"/>
                <a:cs typeface="Arial"/>
              </a:rPr>
              <a:t>	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(</a:t>
            </a:r>
            <a:r>
              <a:rPr lang="fr-FR" sz="2800" b="1" i="1" spc="-5" dirty="0">
                <a:solidFill>
                  <a:srgbClr val="FF0000"/>
                </a:solidFill>
                <a:latin typeface="Arial"/>
                <a:cs typeface="Arial"/>
              </a:rPr>
              <a:t>1st w</a:t>
            </a:r>
            <a:r>
              <a:rPr lang="en-US" sz="2800" b="1" i="1" spc="-5" dirty="0">
                <a:solidFill>
                  <a:srgbClr val="FF0000"/>
                </a:solidFill>
                <a:latin typeface="Arial"/>
                <a:cs typeface="Arial"/>
              </a:rPr>
              <a:t>eek</a:t>
            </a:r>
            <a:r>
              <a:rPr lang="fr-FR" sz="2800" b="1" i="1" spc="-55" dirty="0">
                <a:solidFill>
                  <a:srgbClr val="FF0000"/>
                </a:solidFill>
                <a:latin typeface="Arial"/>
                <a:cs typeface="Arial"/>
              </a:rPr>
              <a:t> </a:t>
            </a:r>
            <a:r>
              <a:rPr sz="2800" b="1" i="1" spc="-4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00" b="1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2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i="1" spc="-4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25" dirty="0">
                <a:solidFill>
                  <a:srgbClr val="FF0000"/>
                </a:solidFill>
                <a:latin typeface="Arial"/>
                <a:cs typeface="Arial"/>
              </a:rPr>
              <a:t>sec</a:t>
            </a:r>
            <a:r>
              <a:rPr sz="2800" b="1" i="1" spc="-4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800" b="1" i="1" spc="-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8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25" dirty="0">
                <a:solidFill>
                  <a:srgbClr val="FF0000"/>
                </a:solidFill>
                <a:latin typeface="Arial"/>
                <a:cs typeface="Arial"/>
              </a:rPr>
              <a:t>se</a:t>
            </a:r>
            <a:r>
              <a:rPr sz="2800" b="1" i="1" spc="-35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800" b="1" i="1" spc="-25" dirty="0">
                <a:solidFill>
                  <a:srgbClr val="FF0000"/>
                </a:solidFill>
                <a:latin typeface="Arial"/>
                <a:cs typeface="Arial"/>
              </a:rPr>
              <a:t>ester</a:t>
            </a: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)</a:t>
            </a:r>
            <a:r>
              <a:rPr sz="2800" b="1" i="1" spc="-90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22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145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45" dirty="0">
                <a:solidFill>
                  <a:srgbClr val="414141"/>
                </a:solidFill>
                <a:latin typeface="Times New Roman"/>
                <a:cs typeface="Times New Roman"/>
              </a:rPr>
              <a:t>ec</a:t>
            </a:r>
            <a:r>
              <a:rPr sz="2800" spc="55" dirty="0">
                <a:solidFill>
                  <a:srgbClr val="414141"/>
                </a:solidFill>
                <a:latin typeface="Times New Roman"/>
                <a:cs typeface="Times New Roman"/>
              </a:rPr>
              <a:t>hn</a:t>
            </a:r>
            <a:r>
              <a:rPr sz="2800" spc="50" dirty="0">
                <a:solidFill>
                  <a:srgbClr val="414141"/>
                </a:solidFill>
                <a:latin typeface="Times New Roman"/>
                <a:cs typeface="Times New Roman"/>
              </a:rPr>
              <a:t>i</a:t>
            </a:r>
            <a:r>
              <a:rPr sz="2800" spc="45" dirty="0">
                <a:solidFill>
                  <a:srgbClr val="414141"/>
                </a:solidFill>
                <a:latin typeface="Times New Roman"/>
                <a:cs typeface="Times New Roman"/>
              </a:rPr>
              <a:t>ca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l  </a:t>
            </a:r>
            <a:r>
              <a:rPr sz="2800" spc="110" dirty="0">
                <a:solidFill>
                  <a:srgbClr val="414141"/>
                </a:solidFill>
                <a:latin typeface="Times New Roman"/>
                <a:cs typeface="Times New Roman"/>
              </a:rPr>
              <a:t>validation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290" y="906018"/>
            <a:ext cx="118719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-495"/>
              <a:t>P</a:t>
            </a:r>
            <a:r>
              <a:rPr sz="5600" spc="-490"/>
              <a:t>h</a:t>
            </a:r>
            <a:r>
              <a:rPr sz="5600" spc="-500"/>
              <a:t>a</a:t>
            </a:r>
            <a:r>
              <a:rPr sz="5600" spc="-490"/>
              <a:t>s</a:t>
            </a:r>
            <a:r>
              <a:rPr sz="5600" spc="355"/>
              <a:t>e</a:t>
            </a:r>
            <a:r>
              <a:rPr sz="5600" spc="-204"/>
              <a:t>3</a:t>
            </a:r>
            <a:r>
              <a:rPr sz="5600"/>
              <a:t>:</a:t>
            </a:r>
            <a:r>
              <a:rPr sz="5600" spc="-430"/>
              <a:t> </a:t>
            </a:r>
            <a:r>
              <a:rPr sz="5600" spc="-434"/>
              <a:t>S</a:t>
            </a:r>
            <a:r>
              <a:rPr sz="5600" spc="-430"/>
              <a:t>o</a:t>
            </a:r>
            <a:r>
              <a:rPr sz="5600" spc="-434"/>
              <a:t>ftw</a:t>
            </a:r>
            <a:r>
              <a:rPr sz="5600" spc="-440"/>
              <a:t>ar</a:t>
            </a:r>
            <a:r>
              <a:rPr sz="5600"/>
              <a:t>e</a:t>
            </a:r>
            <a:r>
              <a:rPr sz="5600" spc="-875"/>
              <a:t> </a:t>
            </a:r>
            <a:r>
              <a:rPr sz="5600" spc="-434"/>
              <a:t>D</a:t>
            </a:r>
            <a:r>
              <a:rPr sz="5600" spc="-430"/>
              <a:t>eplo</a:t>
            </a:r>
            <a:r>
              <a:rPr sz="5600" spc="-434"/>
              <a:t>y</a:t>
            </a:r>
            <a:r>
              <a:rPr sz="5600" spc="-440"/>
              <a:t>m</a:t>
            </a:r>
            <a:r>
              <a:rPr sz="5600" spc="-430"/>
              <a:t>e</a:t>
            </a:r>
            <a:r>
              <a:rPr sz="5600" spc="-434"/>
              <a:t>n</a:t>
            </a:r>
            <a:r>
              <a:rPr sz="5600"/>
              <a:t>t</a:t>
            </a:r>
            <a:r>
              <a:rPr sz="5600" spc="-505"/>
              <a:t> </a:t>
            </a:r>
            <a:r>
              <a:rPr sz="5600" spc="-495"/>
              <a:t>Env</a:t>
            </a:r>
            <a:r>
              <a:rPr sz="5600" spc="-490"/>
              <a:t>i</a:t>
            </a:r>
            <a:r>
              <a:rPr sz="5600" spc="-500"/>
              <a:t>r</a:t>
            </a:r>
            <a:r>
              <a:rPr sz="5600" spc="-490"/>
              <a:t>o</a:t>
            </a:r>
            <a:r>
              <a:rPr sz="5600" spc="-495"/>
              <a:t>n</a:t>
            </a:r>
            <a:r>
              <a:rPr sz="5600" spc="-500"/>
              <a:t>m</a:t>
            </a:r>
            <a:r>
              <a:rPr sz="5600" spc="-490"/>
              <a:t>e</a:t>
            </a:r>
            <a:r>
              <a:rPr sz="5600" spc="-495"/>
              <a:t>n</a:t>
            </a:r>
            <a:r>
              <a:rPr sz="560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3966717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88314" y="3790058"/>
            <a:ext cx="12416486" cy="256890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40055" marR="5080">
              <a:lnSpc>
                <a:spcPct val="110100"/>
              </a:lnSpc>
              <a:spcBef>
                <a:spcPts val="100"/>
              </a:spcBef>
              <a:tabLst>
                <a:tab pos="2364740" algn="l"/>
                <a:tab pos="3486150" algn="l"/>
                <a:tab pos="4278630" algn="l"/>
                <a:tab pos="5831840" algn="l"/>
                <a:tab pos="7371715" algn="l"/>
                <a:tab pos="9631680" algn="l"/>
                <a:tab pos="11256645" algn="l"/>
              </a:tabLst>
            </a:pPr>
            <a:r>
              <a:rPr lang="en-US" b="1" i="1" spc="-10" dirty="0">
                <a:solidFill>
                  <a:srgbClr val="005392"/>
                </a:solidFill>
                <a:latin typeface="Arial"/>
                <a:cs typeface="Arial"/>
              </a:rPr>
              <a:t>Objectives</a:t>
            </a:r>
            <a:r>
              <a:rPr b="1" i="1" spc="225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pc="-5" dirty="0"/>
              <a:t>:</a:t>
            </a:r>
            <a:r>
              <a:rPr lang="fr-FR" dirty="0"/>
              <a:t> </a:t>
            </a:r>
            <a:r>
              <a:rPr spc="-85" dirty="0"/>
              <a:t>S</a:t>
            </a:r>
            <a:r>
              <a:rPr spc="125" dirty="0"/>
              <a:t>t</a:t>
            </a:r>
            <a:r>
              <a:rPr spc="285" dirty="0"/>
              <a:t>ud</a:t>
            </a:r>
            <a:r>
              <a:rPr spc="-5" dirty="0"/>
              <a:t>y</a:t>
            </a:r>
            <a:r>
              <a:rPr dirty="0"/>
              <a:t>	</a:t>
            </a:r>
            <a:r>
              <a:rPr lang="fr-FR" dirty="0"/>
              <a:t> </a:t>
            </a:r>
            <a:r>
              <a:rPr spc="210" dirty="0"/>
              <a:t>a</a:t>
            </a:r>
            <a:r>
              <a:rPr spc="220" dirty="0"/>
              <a:t>n</a:t>
            </a:r>
            <a:r>
              <a:rPr spc="-5" dirty="0"/>
              <a:t>d</a:t>
            </a:r>
            <a:r>
              <a:rPr dirty="0"/>
              <a:t>	</a:t>
            </a:r>
            <a:r>
              <a:rPr spc="-15" dirty="0"/>
              <a:t>c</a:t>
            </a:r>
            <a:r>
              <a:rPr spc="114" dirty="0"/>
              <a:t>o</a:t>
            </a:r>
            <a:r>
              <a:rPr spc="265" dirty="0"/>
              <a:t>m</a:t>
            </a:r>
            <a:r>
              <a:rPr spc="275" dirty="0"/>
              <a:t>p</a:t>
            </a:r>
            <a:r>
              <a:rPr spc="165" dirty="0"/>
              <a:t>a</a:t>
            </a:r>
            <a:r>
              <a:rPr spc="80" dirty="0"/>
              <a:t>r</a:t>
            </a:r>
            <a:r>
              <a:rPr spc="-5" dirty="0"/>
              <a:t>e</a:t>
            </a:r>
            <a:r>
              <a:rPr dirty="0"/>
              <a:t>	</a:t>
            </a:r>
            <a:r>
              <a:rPr spc="295" dirty="0"/>
              <a:t>d</a:t>
            </a:r>
            <a:r>
              <a:rPr spc="5" dirty="0"/>
              <a:t>i</a:t>
            </a:r>
            <a:r>
              <a:rPr spc="-75" dirty="0"/>
              <a:t>f</a:t>
            </a:r>
            <a:r>
              <a:rPr spc="95" dirty="0"/>
              <a:t>f</a:t>
            </a:r>
            <a:r>
              <a:rPr spc="85" dirty="0"/>
              <a:t>e</a:t>
            </a:r>
            <a:r>
              <a:rPr spc="20" dirty="0"/>
              <a:t>r</a:t>
            </a:r>
            <a:r>
              <a:rPr spc="125" dirty="0"/>
              <a:t>e</a:t>
            </a:r>
            <a:r>
              <a:rPr spc="140" dirty="0"/>
              <a:t>n</a:t>
            </a:r>
            <a:r>
              <a:rPr spc="-5" dirty="0"/>
              <a:t>t</a:t>
            </a:r>
            <a:r>
              <a:rPr dirty="0"/>
              <a:t>	</a:t>
            </a:r>
            <a:r>
              <a:rPr spc="114" dirty="0"/>
              <a:t>or</a:t>
            </a:r>
            <a:r>
              <a:rPr spc="-15" dirty="0"/>
              <a:t>c</a:t>
            </a:r>
            <a:r>
              <a:rPr spc="125" dirty="0"/>
              <a:t>h</a:t>
            </a:r>
            <a:r>
              <a:rPr spc="114" dirty="0"/>
              <a:t>e</a:t>
            </a:r>
            <a:r>
              <a:rPr spc="125" dirty="0"/>
              <a:t>s</a:t>
            </a:r>
            <a:r>
              <a:rPr spc="135" dirty="0"/>
              <a:t>t</a:t>
            </a:r>
            <a:r>
              <a:rPr spc="165" dirty="0"/>
              <a:t>r</a:t>
            </a:r>
            <a:r>
              <a:rPr spc="155" dirty="0"/>
              <a:t>a</a:t>
            </a:r>
            <a:r>
              <a:rPr spc="114" dirty="0"/>
              <a:t>t</a:t>
            </a:r>
            <a:r>
              <a:rPr spc="55" dirty="0"/>
              <a:t>i</a:t>
            </a:r>
            <a:r>
              <a:rPr spc="95" dirty="0"/>
              <a:t>o</a:t>
            </a:r>
            <a:r>
              <a:rPr spc="-5" dirty="0"/>
              <a:t>n</a:t>
            </a:r>
            <a:r>
              <a:rPr dirty="0"/>
              <a:t>	</a:t>
            </a:r>
            <a:r>
              <a:rPr spc="80" dirty="0"/>
              <a:t>s</a:t>
            </a:r>
            <a:r>
              <a:rPr spc="120" dirty="0"/>
              <a:t>o</a:t>
            </a:r>
            <a:r>
              <a:rPr spc="135" dirty="0"/>
              <a:t>l</a:t>
            </a:r>
            <a:r>
              <a:rPr spc="140" dirty="0"/>
              <a:t>u</a:t>
            </a:r>
            <a:r>
              <a:rPr spc="145" dirty="0"/>
              <a:t>t</a:t>
            </a:r>
            <a:r>
              <a:rPr spc="55" dirty="0"/>
              <a:t>i</a:t>
            </a:r>
            <a:r>
              <a:rPr spc="95" dirty="0"/>
              <a:t>o</a:t>
            </a:r>
            <a:r>
              <a:rPr spc="175" dirty="0"/>
              <a:t>n</a:t>
            </a:r>
            <a:r>
              <a:rPr spc="-5" dirty="0"/>
              <a:t>s</a:t>
            </a:r>
            <a:r>
              <a:rPr dirty="0"/>
              <a:t>	</a:t>
            </a:r>
            <a:r>
              <a:rPr spc="165" dirty="0"/>
              <a:t>a</a:t>
            </a:r>
            <a:r>
              <a:rPr spc="175" dirty="0"/>
              <a:t>n</a:t>
            </a:r>
            <a:r>
              <a:rPr spc="-5" dirty="0"/>
              <a:t>d  </a:t>
            </a:r>
            <a:r>
              <a:rPr spc="85" dirty="0"/>
              <a:t>choose</a:t>
            </a:r>
            <a:r>
              <a:rPr spc="110" dirty="0"/>
              <a:t> </a:t>
            </a:r>
            <a:r>
              <a:rPr spc="90" dirty="0"/>
              <a:t>the</a:t>
            </a:r>
            <a:r>
              <a:rPr spc="150" dirty="0"/>
              <a:t> </a:t>
            </a:r>
            <a:r>
              <a:rPr spc="145" dirty="0"/>
              <a:t>appropriate</a:t>
            </a:r>
            <a:r>
              <a:rPr spc="135" dirty="0"/>
              <a:t> </a:t>
            </a:r>
            <a:r>
              <a:rPr spc="95" dirty="0"/>
              <a:t>one</a:t>
            </a:r>
            <a:r>
              <a:rPr spc="145" dirty="0"/>
              <a:t> </a:t>
            </a:r>
            <a:r>
              <a:rPr spc="100" dirty="0"/>
              <a:t>according</a:t>
            </a:r>
            <a:r>
              <a:rPr spc="165" dirty="0"/>
              <a:t> </a:t>
            </a:r>
            <a:r>
              <a:rPr spc="90" dirty="0"/>
              <a:t>the</a:t>
            </a:r>
            <a:r>
              <a:rPr spc="150" dirty="0"/>
              <a:t> </a:t>
            </a:r>
            <a:r>
              <a:rPr spc="70" dirty="0"/>
              <a:t>specifications.</a:t>
            </a:r>
          </a:p>
          <a:p>
            <a:pPr marL="427355">
              <a:lnSpc>
                <a:spcPct val="100000"/>
              </a:lnSpc>
              <a:spcBef>
                <a:spcPts val="35"/>
              </a:spcBef>
            </a:pPr>
            <a:endParaRPr sz="2600"/>
          </a:p>
          <a:p>
            <a:pPr marL="440055">
              <a:tabLst>
                <a:tab pos="6441440" algn="l"/>
              </a:tabLst>
            </a:pPr>
            <a:r>
              <a:rPr b="1" i="1" spc="-5" dirty="0">
                <a:solidFill>
                  <a:srgbClr val="005392"/>
                </a:solidFill>
                <a:latin typeface="Arial"/>
                <a:cs typeface="Arial"/>
              </a:rPr>
              <a:t>Duration</a:t>
            </a:r>
            <a:r>
              <a:rPr b="1" i="1" spc="-25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pc="-5" dirty="0"/>
              <a:t>:</a:t>
            </a:r>
            <a:r>
              <a:rPr spc="-155" dirty="0"/>
              <a:t> </a:t>
            </a:r>
            <a:r>
              <a:rPr lang="fr-FR" spc="-5" dirty="0"/>
              <a:t>3</a:t>
            </a:r>
            <a:r>
              <a:rPr spc="-35" dirty="0"/>
              <a:t> </a:t>
            </a:r>
            <a:r>
              <a:rPr spc="-5" dirty="0"/>
              <a:t>Weeks</a:t>
            </a:r>
            <a:r>
              <a:rPr spc="150" dirty="0"/>
              <a:t> </a:t>
            </a:r>
            <a:r>
              <a:rPr spc="-5" dirty="0"/>
              <a:t>(</a:t>
            </a:r>
            <a:r>
              <a:rPr lang="fr-FR" spc="-5" dirty="0"/>
              <a:t>2</a:t>
            </a:r>
            <a:r>
              <a:rPr spc="15" dirty="0"/>
              <a:t> </a:t>
            </a:r>
            <a:r>
              <a:rPr spc="105" dirty="0"/>
              <a:t>weeks</a:t>
            </a:r>
            <a:r>
              <a:rPr spc="355" dirty="0"/>
              <a:t> </a:t>
            </a:r>
            <a:r>
              <a:rPr spc="70" dirty="0"/>
              <a:t>of</a:t>
            </a:r>
            <a:r>
              <a:rPr spc="320" dirty="0"/>
              <a:t> </a:t>
            </a:r>
            <a:r>
              <a:rPr spc="100" dirty="0"/>
              <a:t>work</a:t>
            </a:r>
            <a:r>
              <a:rPr lang="fr-FR" spc="100" dirty="0"/>
              <a:t> </a:t>
            </a:r>
            <a:r>
              <a:rPr spc="-5" dirty="0"/>
              <a:t>+</a:t>
            </a:r>
            <a:r>
              <a:rPr spc="-110" dirty="0"/>
              <a:t> </a:t>
            </a:r>
            <a:r>
              <a:rPr spc="40" dirty="0"/>
              <a:t>Validation)</a:t>
            </a:r>
          </a:p>
          <a:p>
            <a:pPr marL="440055">
              <a:lnSpc>
                <a:spcPct val="100000"/>
              </a:lnSpc>
              <a:spcBef>
                <a:spcPts val="2740"/>
              </a:spcBef>
            </a:pPr>
            <a:r>
              <a:rPr b="1" i="1" spc="-5" dirty="0">
                <a:solidFill>
                  <a:srgbClr val="005392"/>
                </a:solidFill>
                <a:latin typeface="Arial"/>
                <a:cs typeface="Arial"/>
              </a:rPr>
              <a:t>Deliverables</a:t>
            </a:r>
            <a:r>
              <a:rPr b="1" i="1" spc="-30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pc="-5" dirty="0"/>
              <a:t>:</a:t>
            </a:r>
            <a:r>
              <a:rPr spc="-150" dirty="0"/>
              <a:t> </a:t>
            </a:r>
            <a:r>
              <a:rPr spc="-5" dirty="0"/>
              <a:t>a</a:t>
            </a:r>
            <a:r>
              <a:rPr spc="315" dirty="0"/>
              <a:t> </a:t>
            </a:r>
            <a:r>
              <a:rPr spc="95" dirty="0"/>
              <a:t>well-configured,</a:t>
            </a:r>
            <a:r>
              <a:rPr spc="265" dirty="0"/>
              <a:t> </a:t>
            </a:r>
            <a:r>
              <a:rPr spc="100" dirty="0"/>
              <a:t>functional</a:t>
            </a:r>
            <a:r>
              <a:rPr spc="254" dirty="0"/>
              <a:t> </a:t>
            </a:r>
            <a:r>
              <a:rPr spc="105" dirty="0"/>
              <a:t>orchestration</a:t>
            </a:r>
            <a:r>
              <a:rPr spc="-60" dirty="0"/>
              <a:t> </a:t>
            </a:r>
            <a:r>
              <a:rPr spc="110" dirty="0"/>
              <a:t>solution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5693" y="52115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693" y="59863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67612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695" y="6663943"/>
            <a:ext cx="10602595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40">
                <a:solidFill>
                  <a:srgbClr val="005392"/>
                </a:solidFill>
                <a:latin typeface="Arial"/>
                <a:cs typeface="Arial"/>
              </a:rPr>
              <a:t>Validation</a:t>
            </a:r>
            <a:r>
              <a:rPr sz="2800" b="1" i="1" spc="-9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b="1" i="1" spc="-30">
                <a:solidFill>
                  <a:srgbClr val="FF0000"/>
                </a:solidFill>
                <a:latin typeface="Arial"/>
                <a:cs typeface="Arial"/>
              </a:rPr>
              <a:t>(Week</a:t>
            </a:r>
            <a:r>
              <a:rPr sz="2800" b="1" i="1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fr-FR" sz="2800" b="1" i="1" spc="-5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sz="2800" b="1" i="1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2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800" b="1" i="1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2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800" b="1" i="1" spc="-5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25">
                <a:solidFill>
                  <a:srgbClr val="FF0000"/>
                </a:solidFill>
                <a:latin typeface="Arial"/>
                <a:cs typeface="Arial"/>
              </a:rPr>
              <a:t>second</a:t>
            </a:r>
            <a:r>
              <a:rPr sz="2800" b="1" i="1" spc="-6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25">
                <a:solidFill>
                  <a:srgbClr val="FF0000"/>
                </a:solidFill>
                <a:latin typeface="Arial"/>
                <a:cs typeface="Arial"/>
              </a:rPr>
              <a:t>semester)</a:t>
            </a:r>
            <a:r>
              <a:rPr sz="2800" b="1" i="1" spc="-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">
                <a:solidFill>
                  <a:srgbClr val="005392"/>
                </a:solidFill>
                <a:latin typeface="Arial"/>
                <a:cs typeface="Arial"/>
              </a:rPr>
              <a:t>:</a:t>
            </a:r>
            <a:r>
              <a:rPr sz="2800" b="1" i="1" spc="1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20">
                <a:solidFill>
                  <a:srgbClr val="414141"/>
                </a:solidFill>
                <a:latin typeface="Times New Roman"/>
                <a:cs typeface="Times New Roman"/>
              </a:rPr>
              <a:t>Technical</a:t>
            </a:r>
            <a:r>
              <a:rPr sz="2800" spc="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0">
                <a:solidFill>
                  <a:srgbClr val="414141"/>
                </a:solidFill>
                <a:latin typeface="Times New Roman"/>
                <a:cs typeface="Times New Roman"/>
              </a:rPr>
              <a:t>validation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5830" y="790143"/>
            <a:ext cx="1159827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30"/>
              <a:t>P</a:t>
            </a:r>
            <a:r>
              <a:rPr spc="-640"/>
              <a:t>h</a:t>
            </a:r>
            <a:r>
              <a:rPr spc="-630"/>
              <a:t>as</a:t>
            </a:r>
            <a:r>
              <a:rPr spc="-5"/>
              <a:t>e</a:t>
            </a:r>
            <a:r>
              <a:rPr spc="-1205"/>
              <a:t> </a:t>
            </a:r>
            <a:r>
              <a:rPr spc="-315"/>
              <a:t>4</a:t>
            </a:r>
            <a:r>
              <a:rPr spc="-5"/>
              <a:t>:</a:t>
            </a:r>
            <a:r>
              <a:rPr spc="-600"/>
              <a:t> </a:t>
            </a:r>
            <a:r>
              <a:rPr spc="-490"/>
              <a:t>A</a:t>
            </a:r>
            <a:r>
              <a:rPr spc="-484"/>
              <a:t>pplica</a:t>
            </a:r>
            <a:r>
              <a:rPr spc="-490"/>
              <a:t>t</a:t>
            </a:r>
            <a:r>
              <a:rPr spc="-484"/>
              <a:t>i</a:t>
            </a:r>
            <a:r>
              <a:rPr spc="-475"/>
              <a:t>o</a:t>
            </a:r>
            <a:r>
              <a:rPr spc="-5"/>
              <a:t>n</a:t>
            </a:r>
            <a:r>
              <a:rPr spc="-760"/>
              <a:t> </a:t>
            </a:r>
            <a:r>
              <a:rPr spc="-545"/>
              <a:t>D</a:t>
            </a:r>
            <a:r>
              <a:rPr spc="-550"/>
              <a:t>e</a:t>
            </a:r>
            <a:r>
              <a:rPr spc="-545"/>
              <a:t>v</a:t>
            </a:r>
            <a:r>
              <a:rPr spc="-550"/>
              <a:t>e</a:t>
            </a:r>
            <a:r>
              <a:rPr spc="-545"/>
              <a:t>l</a:t>
            </a:r>
            <a:r>
              <a:rPr spc="-555"/>
              <a:t>o</a:t>
            </a:r>
            <a:r>
              <a:rPr spc="-550"/>
              <a:t>p</a:t>
            </a:r>
            <a:r>
              <a:rPr spc="-545"/>
              <a:t>m</a:t>
            </a:r>
            <a:r>
              <a:rPr spc="-550"/>
              <a:t>e</a:t>
            </a:r>
            <a:r>
              <a:rPr spc="-545"/>
              <a:t>n</a:t>
            </a:r>
            <a:r>
              <a:rPr spc="-5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4195317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4" y="4098163"/>
            <a:ext cx="63249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i="1" spc="-10">
                <a:solidFill>
                  <a:srgbClr val="005392"/>
                </a:solidFill>
                <a:latin typeface="Arial"/>
                <a:cs typeface="Arial"/>
              </a:rPr>
              <a:t>Objectives</a:t>
            </a:r>
            <a:r>
              <a:rPr sz="2800" b="1" i="1" spc="-3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6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So</a:t>
            </a:r>
            <a:r>
              <a:rPr sz="2800" spc="100">
                <a:solidFill>
                  <a:srgbClr val="414141"/>
                </a:solidFill>
                <a:latin typeface="Times New Roman"/>
                <a:cs typeface="Times New Roman"/>
              </a:rPr>
              <a:t>ftw</a:t>
            </a:r>
            <a:r>
              <a:rPr sz="2800" spc="9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0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5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spc="15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v</a:t>
            </a:r>
            <a:r>
              <a:rPr sz="2800" spc="15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60">
                <a:solidFill>
                  <a:srgbClr val="414141"/>
                </a:solidFill>
                <a:latin typeface="Times New Roman"/>
                <a:cs typeface="Times New Roman"/>
              </a:rPr>
              <a:t>l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op</a:t>
            </a:r>
            <a:r>
              <a:rPr sz="2800" spc="14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2800" spc="15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693" y="4970145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695" y="4872990"/>
            <a:ext cx="6611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85339" algn="l"/>
              </a:tabLst>
            </a:pPr>
            <a:r>
              <a:rPr sz="2800" b="1" i="1" spc="-5">
                <a:solidFill>
                  <a:srgbClr val="005392"/>
                </a:solidFill>
                <a:latin typeface="Arial"/>
                <a:cs typeface="Arial"/>
              </a:rPr>
              <a:t>Duration</a:t>
            </a:r>
            <a:r>
              <a:rPr sz="2800" b="1" i="1" spc="-25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5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7	Weeks</a:t>
            </a:r>
            <a:r>
              <a:rPr sz="2800" spc="13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(6</a:t>
            </a:r>
            <a:r>
              <a:rPr sz="280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weeks</a:t>
            </a:r>
            <a:r>
              <a:rPr sz="2800" spc="31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+</a:t>
            </a:r>
            <a:r>
              <a:rPr sz="2800" spc="-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40">
                <a:solidFill>
                  <a:srgbClr val="414141"/>
                </a:solidFill>
                <a:latin typeface="Times New Roman"/>
                <a:cs typeface="Times New Roman"/>
              </a:rPr>
              <a:t>Validation)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57449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695" y="5647690"/>
            <a:ext cx="10012680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67195" algn="l"/>
              </a:tabLst>
            </a:pPr>
            <a:r>
              <a:rPr sz="2800" b="1" i="1" spc="-5" dirty="0" err="1">
                <a:solidFill>
                  <a:srgbClr val="005392"/>
                </a:solidFill>
                <a:latin typeface="Arial"/>
                <a:cs typeface="Arial"/>
              </a:rPr>
              <a:t>Deli</a:t>
            </a:r>
            <a:r>
              <a:rPr sz="2800" b="1" i="1" spc="5" dirty="0" err="1">
                <a:solidFill>
                  <a:srgbClr val="005392"/>
                </a:solidFill>
                <a:latin typeface="Arial"/>
                <a:cs typeface="Arial"/>
              </a:rPr>
              <a:t>v</a:t>
            </a:r>
            <a:r>
              <a:rPr sz="2800" b="1" i="1" spc="-5" dirty="0" err="1">
                <a:solidFill>
                  <a:srgbClr val="005392"/>
                </a:solidFill>
                <a:latin typeface="Arial"/>
                <a:cs typeface="Arial"/>
              </a:rPr>
              <a:t>e</a:t>
            </a:r>
            <a:r>
              <a:rPr sz="2800" b="1" i="1" dirty="0" err="1">
                <a:solidFill>
                  <a:srgbClr val="005392"/>
                </a:solidFill>
                <a:latin typeface="Arial"/>
                <a:cs typeface="Arial"/>
              </a:rPr>
              <a:t>r</a:t>
            </a:r>
            <a:r>
              <a:rPr sz="2800" b="1" i="1" spc="-5" dirty="0" err="1">
                <a:solidFill>
                  <a:srgbClr val="005392"/>
                </a:solidFill>
                <a:latin typeface="Arial"/>
                <a:cs typeface="Arial"/>
              </a:rPr>
              <a:t>ables</a:t>
            </a:r>
            <a:r>
              <a:rPr sz="2800" b="1" i="1" spc="-35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204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2800" spc="95" dirty="0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lang="fr-FR"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h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lang="fr-FR" sz="2800" spc="20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ppli</a:t>
            </a:r>
            <a:r>
              <a:rPr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ca</a:t>
            </a:r>
            <a:r>
              <a:rPr sz="2800" spc="125" dirty="0">
                <a:solidFill>
                  <a:srgbClr val="414141"/>
                </a:solidFill>
                <a:latin typeface="Times New Roman"/>
                <a:cs typeface="Times New Roman"/>
              </a:rPr>
              <a:t>tio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lang="fr-FR" sz="2800" spc="254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2800" spc="114" dirty="0">
                <a:solidFill>
                  <a:srgbClr val="414141"/>
                </a:solidFill>
                <a:latin typeface="Times New Roman"/>
                <a:cs typeface="Times New Roman"/>
              </a:rPr>
              <a:t>developed</a:t>
            </a:r>
            <a:r>
              <a:rPr lang="fr-FR" sz="2800" spc="140" dirty="0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endParaRPr lang="fr-FR" sz="2800" spc="-5" dirty="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93" y="65197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695" y="6422212"/>
            <a:ext cx="11585217" cy="4430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  <a:tabLst>
                <a:tab pos="2646045" algn="l"/>
              </a:tabLst>
            </a:pPr>
            <a:r>
              <a:rPr sz="2800" b="1" i="1" spc="-35">
                <a:solidFill>
                  <a:srgbClr val="005392"/>
                </a:solidFill>
                <a:latin typeface="Arial"/>
                <a:cs typeface="Arial"/>
              </a:rPr>
              <a:t>Validations</a:t>
            </a:r>
            <a:r>
              <a:rPr sz="2800" b="1" i="1" spc="-9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lang="en-US" sz="2800" b="1" i="1" spc="-90">
                <a:solidFill>
                  <a:srgbClr val="FF0000"/>
                </a:solidFill>
                <a:latin typeface="Arial"/>
                <a:cs typeface="Arial"/>
              </a:rPr>
              <a:t>(Week </a:t>
            </a:r>
            <a:r>
              <a:rPr lang="fr-FR" sz="2800" b="1" i="1" spc="-90">
                <a:solidFill>
                  <a:srgbClr val="FF0000"/>
                </a:solidFill>
                <a:latin typeface="Arial"/>
                <a:cs typeface="Arial"/>
              </a:rPr>
              <a:t>12</a:t>
            </a:r>
            <a:r>
              <a:rPr lang="en-US" sz="2800" b="1" i="1" spc="-90">
                <a:solidFill>
                  <a:srgbClr val="FF0000"/>
                </a:solidFill>
                <a:latin typeface="Arial"/>
                <a:cs typeface="Arial"/>
              </a:rPr>
              <a:t> of the second semester) </a:t>
            </a:r>
            <a:r>
              <a:rPr lang="en-US" sz="2800" b="1" i="1" spc="-90">
                <a:solidFill>
                  <a:srgbClr val="005392"/>
                </a:solidFill>
                <a:latin typeface="Arial"/>
                <a:cs typeface="Arial"/>
              </a:rPr>
              <a:t>:</a:t>
            </a:r>
            <a:r>
              <a:rPr lang="en-US" sz="2800" b="1" i="1" spc="-90">
                <a:solidFill>
                  <a:srgbClr val="FF0000"/>
                </a:solidFill>
                <a:latin typeface="Arial"/>
                <a:cs typeface="Arial"/>
              </a:rPr>
              <a:t> </a:t>
            </a:r>
            <a:r>
              <a:rPr sz="2800" spc="25">
                <a:solidFill>
                  <a:srgbClr val="414141"/>
                </a:solidFill>
                <a:latin typeface="Times New Roman"/>
                <a:cs typeface="Times New Roman"/>
              </a:rPr>
              <a:t>Technical</a:t>
            </a:r>
            <a:r>
              <a:rPr sz="2800" spc="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validations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5830" y="790143"/>
            <a:ext cx="11598275" cy="108940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spc="-630"/>
              <a:t>P</a:t>
            </a:r>
            <a:r>
              <a:rPr spc="-640"/>
              <a:t>h</a:t>
            </a:r>
            <a:r>
              <a:rPr spc="-630"/>
              <a:t>as</a:t>
            </a:r>
            <a:r>
              <a:rPr spc="-5"/>
              <a:t>e</a:t>
            </a:r>
            <a:r>
              <a:rPr spc="-1205"/>
              <a:t> </a:t>
            </a:r>
            <a:r>
              <a:rPr lang="fr-FR" spc="-315"/>
              <a:t>5</a:t>
            </a:r>
            <a:r>
              <a:rPr spc="-5"/>
              <a:t>:</a:t>
            </a:r>
            <a:r>
              <a:rPr spc="-600"/>
              <a:t> </a:t>
            </a:r>
            <a:r>
              <a:rPr spc="-490"/>
              <a:t>A</a:t>
            </a:r>
            <a:r>
              <a:rPr spc="-484"/>
              <a:t>pplica</a:t>
            </a:r>
            <a:r>
              <a:rPr spc="-490"/>
              <a:t>t</a:t>
            </a:r>
            <a:r>
              <a:rPr spc="-484"/>
              <a:t>i</a:t>
            </a:r>
            <a:r>
              <a:rPr spc="-475"/>
              <a:t>o</a:t>
            </a:r>
            <a:r>
              <a:rPr spc="-5"/>
              <a:t>n</a:t>
            </a:r>
            <a:r>
              <a:rPr spc="-760"/>
              <a:t> </a:t>
            </a:r>
            <a:r>
              <a:rPr lang="fr-FR" spc="-545" err="1"/>
              <a:t>D</a:t>
            </a:r>
            <a:r>
              <a:rPr lang="fr-FR" spc="-550" err="1"/>
              <a:t>e</a:t>
            </a:r>
            <a:r>
              <a:rPr lang="fr-FR" spc="-545" err="1"/>
              <a:t>ployement</a:t>
            </a:r>
            <a:r>
              <a:rPr lang="fr-FR" spc="-545"/>
              <a:t> </a:t>
            </a:r>
            <a:endParaRPr lang="fr-FR" spc="-5"/>
          </a:p>
        </p:txBody>
      </p:sp>
      <p:sp>
        <p:nvSpPr>
          <p:cNvPr id="3" name="object 3"/>
          <p:cNvSpPr txBox="1"/>
          <p:nvPr/>
        </p:nvSpPr>
        <p:spPr>
          <a:xfrm>
            <a:off x="545693" y="4195317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4" y="4098163"/>
            <a:ext cx="6324905" cy="4430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800" b="1" i="1" spc="-10" dirty="0">
                <a:solidFill>
                  <a:srgbClr val="005392"/>
                </a:solidFill>
                <a:latin typeface="Arial"/>
                <a:cs typeface="Arial"/>
              </a:rPr>
              <a:t>Objectives</a:t>
            </a:r>
            <a:r>
              <a:rPr sz="2800" b="1" i="1" spc="-30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6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2800" spc="-160" dirty="0">
                <a:solidFill>
                  <a:srgbClr val="414141"/>
                </a:solidFill>
                <a:latin typeface="Times New Roman"/>
                <a:cs typeface="Times New Roman"/>
              </a:rPr>
              <a:t>Deployed  </a:t>
            </a:r>
            <a:r>
              <a:rPr lang="fr-FR" sz="2800" spc="-160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lang="fr-FR" sz="2800" spc="105" dirty="0">
                <a:solidFill>
                  <a:srgbClr val="414141"/>
                </a:solidFill>
                <a:latin typeface="Times New Roman"/>
                <a:cs typeface="Times New Roman"/>
              </a:rPr>
              <a:t>pplication</a:t>
            </a:r>
            <a:endParaRPr lang="fr-FR" sz="2800" spc="155" dirty="0">
              <a:solidFill>
                <a:srgbClr val="41414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693" y="4970145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695" y="4872990"/>
            <a:ext cx="6611620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85339" algn="l"/>
              </a:tabLst>
            </a:pPr>
            <a:r>
              <a:rPr sz="2800" b="1" i="1" spc="-5" dirty="0">
                <a:solidFill>
                  <a:srgbClr val="005392"/>
                </a:solidFill>
                <a:latin typeface="Arial"/>
                <a:cs typeface="Arial"/>
              </a:rPr>
              <a:t>Duration</a:t>
            </a:r>
            <a:r>
              <a:rPr sz="2800" b="1" i="1" spc="-25" dirty="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15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2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	Weeks</a:t>
            </a:r>
            <a:r>
              <a:rPr sz="2800" spc="13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1</a:t>
            </a:r>
            <a:r>
              <a:rPr sz="280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2800" spc="105" dirty="0" err="1">
                <a:solidFill>
                  <a:srgbClr val="414141"/>
                </a:solidFill>
                <a:latin typeface="Times New Roman"/>
                <a:cs typeface="Times New Roman"/>
              </a:rPr>
              <a:t>week</a:t>
            </a:r>
            <a:r>
              <a:rPr sz="2800" spc="31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+</a:t>
            </a:r>
            <a:r>
              <a:rPr sz="2800" spc="-9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40" dirty="0">
                <a:solidFill>
                  <a:srgbClr val="414141"/>
                </a:solidFill>
                <a:latin typeface="Times New Roman"/>
                <a:cs typeface="Times New Roman"/>
              </a:rPr>
              <a:t>Validation)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57449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695" y="5647690"/>
            <a:ext cx="10012680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67195" algn="l"/>
              </a:tabLst>
            </a:pPr>
            <a:r>
              <a:rPr sz="2800" b="1" i="1" spc="-5">
                <a:solidFill>
                  <a:srgbClr val="005392"/>
                </a:solidFill>
                <a:latin typeface="Arial"/>
                <a:cs typeface="Arial"/>
              </a:rPr>
              <a:t>Deli</a:t>
            </a:r>
            <a:r>
              <a:rPr sz="2800" b="1" i="1" spc="5">
                <a:solidFill>
                  <a:srgbClr val="005392"/>
                </a:solidFill>
                <a:latin typeface="Arial"/>
                <a:cs typeface="Arial"/>
              </a:rPr>
              <a:t>v</a:t>
            </a:r>
            <a:r>
              <a:rPr sz="2800" b="1" i="1" spc="-5">
                <a:solidFill>
                  <a:srgbClr val="005392"/>
                </a:solidFill>
                <a:latin typeface="Arial"/>
                <a:cs typeface="Arial"/>
              </a:rPr>
              <a:t>e</a:t>
            </a:r>
            <a:r>
              <a:rPr sz="2800" b="1" i="1">
                <a:solidFill>
                  <a:srgbClr val="005392"/>
                </a:solidFill>
                <a:latin typeface="Arial"/>
                <a:cs typeface="Arial"/>
              </a:rPr>
              <a:t>r</a:t>
            </a:r>
            <a:r>
              <a:rPr sz="2800" b="1" i="1" spc="-5">
                <a:solidFill>
                  <a:srgbClr val="005392"/>
                </a:solidFill>
                <a:latin typeface="Arial"/>
                <a:cs typeface="Arial"/>
              </a:rPr>
              <a:t>ables</a:t>
            </a:r>
            <a:r>
              <a:rPr sz="2800" b="1" i="1" spc="-35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:</a:t>
            </a:r>
            <a:r>
              <a:rPr sz="2800" spc="-204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95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h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20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25">
                <a:solidFill>
                  <a:srgbClr val="414141"/>
                </a:solidFill>
                <a:latin typeface="Times New Roman"/>
                <a:cs typeface="Times New Roman"/>
              </a:rPr>
              <a:t>ppli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ca</a:t>
            </a:r>
            <a:r>
              <a:rPr sz="2800" spc="125">
                <a:solidFill>
                  <a:srgbClr val="414141"/>
                </a:solidFill>
                <a:latin typeface="Times New Roman"/>
                <a:cs typeface="Times New Roman"/>
              </a:rPr>
              <a:t>tio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254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p</a:t>
            </a:r>
            <a:r>
              <a:rPr sz="2800" spc="170">
                <a:solidFill>
                  <a:srgbClr val="414141"/>
                </a:solidFill>
                <a:latin typeface="Times New Roman"/>
                <a:cs typeface="Times New Roman"/>
              </a:rPr>
              <a:t>l</a:t>
            </a:r>
            <a:r>
              <a:rPr sz="2800" spc="165">
                <a:solidFill>
                  <a:srgbClr val="414141"/>
                </a:solidFill>
                <a:latin typeface="Times New Roman"/>
                <a:cs typeface="Times New Roman"/>
              </a:rPr>
              <a:t>o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y</a:t>
            </a:r>
            <a:r>
              <a:rPr sz="2800" spc="15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spc="33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21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22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spc="-1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t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st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93" y="65197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FF037E00-0859-28C1-D05E-4E7C585438BB}"/>
              </a:ext>
            </a:extLst>
          </p:cNvPr>
          <p:cNvSpPr txBox="1"/>
          <p:nvPr/>
        </p:nvSpPr>
        <p:spPr>
          <a:xfrm>
            <a:off x="1015695" y="6422212"/>
            <a:ext cx="11585217" cy="4430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  <a:tabLst>
                <a:tab pos="2646045" algn="l"/>
              </a:tabLst>
            </a:pPr>
            <a:r>
              <a:rPr sz="2800" b="1" i="1" spc="-35">
                <a:solidFill>
                  <a:srgbClr val="005392"/>
                </a:solidFill>
                <a:latin typeface="Arial"/>
                <a:cs typeface="Arial"/>
              </a:rPr>
              <a:t>Validations</a:t>
            </a:r>
            <a:r>
              <a:rPr sz="2800" b="1" i="1" spc="-90">
                <a:solidFill>
                  <a:srgbClr val="005392"/>
                </a:solidFill>
                <a:latin typeface="Arial"/>
                <a:cs typeface="Arial"/>
              </a:rPr>
              <a:t> </a:t>
            </a:r>
            <a:r>
              <a:rPr lang="en-US" sz="2800" b="1" i="1" spc="-90">
                <a:solidFill>
                  <a:srgbClr val="FF0000"/>
                </a:solidFill>
                <a:latin typeface="Arial"/>
                <a:cs typeface="Arial"/>
              </a:rPr>
              <a:t>(Week </a:t>
            </a:r>
            <a:r>
              <a:rPr lang="fr-FR" sz="2800" b="1" i="1" spc="-90">
                <a:solidFill>
                  <a:srgbClr val="FF0000"/>
                </a:solidFill>
                <a:latin typeface="Arial"/>
                <a:cs typeface="Arial"/>
              </a:rPr>
              <a:t>14</a:t>
            </a:r>
            <a:r>
              <a:rPr lang="en-US" sz="2800" b="1" i="1" spc="-90">
                <a:solidFill>
                  <a:srgbClr val="FF0000"/>
                </a:solidFill>
                <a:latin typeface="Arial"/>
                <a:cs typeface="Arial"/>
              </a:rPr>
              <a:t> of the second semester) </a:t>
            </a:r>
            <a:r>
              <a:rPr lang="en-US" sz="2800" b="1" i="1" spc="-90">
                <a:solidFill>
                  <a:srgbClr val="005392"/>
                </a:solidFill>
                <a:latin typeface="Arial"/>
                <a:cs typeface="Arial"/>
              </a:rPr>
              <a:t>:</a:t>
            </a:r>
            <a:r>
              <a:rPr lang="en-US" sz="2800" b="1" i="1" spc="-90">
                <a:solidFill>
                  <a:srgbClr val="FF0000"/>
                </a:solidFill>
                <a:latin typeface="Arial"/>
                <a:cs typeface="Arial"/>
              </a:rPr>
              <a:t> </a:t>
            </a:r>
            <a:r>
              <a:rPr sz="2800" spc="25">
                <a:solidFill>
                  <a:srgbClr val="414141"/>
                </a:solidFill>
                <a:latin typeface="Times New Roman"/>
                <a:cs typeface="Times New Roman"/>
              </a:rPr>
              <a:t>Technical</a:t>
            </a:r>
            <a:r>
              <a:rPr sz="2800" spc="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4">
                <a:solidFill>
                  <a:srgbClr val="414141"/>
                </a:solidFill>
                <a:latin typeface="Times New Roman"/>
                <a:cs typeface="Times New Roman"/>
              </a:rPr>
              <a:t>validations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5054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pc="-515"/>
              <a:t>Assessment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2594864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5" y="2495753"/>
            <a:ext cx="2428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65">
                <a:solidFill>
                  <a:srgbClr val="414141"/>
                </a:solidFill>
                <a:latin typeface="Times New Roman"/>
                <a:cs typeface="Times New Roman"/>
              </a:rPr>
              <a:t>For</a:t>
            </a:r>
            <a:r>
              <a:rPr sz="2800" spc="17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0">
                <a:solidFill>
                  <a:srgbClr val="414141"/>
                </a:solidFill>
                <a:latin typeface="Times New Roman"/>
                <a:cs typeface="Times New Roman"/>
              </a:rPr>
              <a:t>each</a:t>
            </a:r>
            <a:r>
              <a:rPr sz="2800" spc="-11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0">
                <a:solidFill>
                  <a:srgbClr val="414141"/>
                </a:solidFill>
                <a:latin typeface="Times New Roman"/>
                <a:cs typeface="Times New Roman"/>
              </a:rPr>
              <a:t>Phase: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5695" y="3369691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5646" y="3270580"/>
            <a:ext cx="6693154" cy="1231747"/>
          </a:xfrm>
          <a:prstGeom prst="rect">
            <a:avLst/>
          </a:prstGeom>
        </p:spPr>
        <p:txBody>
          <a:bodyPr vert="horz" wrap="square" lIns="0" tIns="10795" rIns="0" bIns="0" rtlCol="0" anchor="t">
            <a:spAutoFit/>
          </a:bodyPr>
          <a:lstStyle/>
          <a:p>
            <a:pPr marL="12700" marR="2349500">
              <a:lnSpc>
                <a:spcPct val="100400"/>
              </a:lnSpc>
              <a:spcBef>
                <a:spcPts val="85"/>
              </a:spcBef>
              <a:tabLst>
                <a:tab pos="1754505" algn="l"/>
              </a:tabLst>
            </a:pPr>
            <a:r>
              <a:rPr sz="2800" spc="100" dirty="0">
                <a:solidFill>
                  <a:srgbClr val="414141"/>
                </a:solidFill>
                <a:latin typeface="Times New Roman"/>
                <a:cs typeface="Times New Roman"/>
              </a:rPr>
              <a:t>Follo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w</a:t>
            </a:r>
            <a:r>
              <a:rPr sz="2800" spc="20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275" dirty="0">
                <a:solidFill>
                  <a:srgbClr val="414141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p</a:t>
            </a:r>
            <a:r>
              <a:rPr sz="2800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165" dirty="0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2800" spc="175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85" dirty="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k  </a:t>
            </a:r>
            <a:r>
              <a:rPr lang="en-US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lang="en-US" sz="2800" b="1" i="1" spc="-5" dirty="0">
                <a:solidFill>
                  <a:srgbClr val="001892"/>
                </a:solidFill>
                <a:latin typeface="Times New Roman"/>
                <a:cs typeface="Arial"/>
              </a:rPr>
              <a:t>S</a:t>
            </a:r>
            <a:r>
              <a:rPr lang="en-US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lang="en-US" sz="2800" dirty="0">
              <a:latin typeface="Times New Roman"/>
              <a:cs typeface="Times New Roman"/>
            </a:endParaRPr>
          </a:p>
          <a:p>
            <a:pPr marL="12700" marR="2349500">
              <a:lnSpc>
                <a:spcPct val="100400"/>
              </a:lnSpc>
              <a:spcBef>
                <a:spcPts val="85"/>
              </a:spcBef>
              <a:tabLst>
                <a:tab pos="1754505" algn="l"/>
              </a:tabLst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740"/>
              </a:lnSpc>
            </a:pPr>
            <a:r>
              <a:rPr sz="2800" spc="135" dirty="0">
                <a:solidFill>
                  <a:srgbClr val="414141"/>
                </a:solidFill>
                <a:latin typeface="Times New Roman"/>
                <a:cs typeface="Times New Roman"/>
              </a:rPr>
              <a:t>Individual</a:t>
            </a:r>
            <a:r>
              <a:rPr sz="2800" spc="28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10" dirty="0">
                <a:solidFill>
                  <a:srgbClr val="414141"/>
                </a:solidFill>
                <a:latin typeface="Times New Roman"/>
                <a:cs typeface="Times New Roman"/>
              </a:rPr>
              <a:t>validation</a:t>
            </a:r>
            <a:r>
              <a:rPr sz="2800" spc="29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mark</a:t>
            </a:r>
            <a:r>
              <a:rPr sz="2800" spc="-9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60" dirty="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b="1" i="1" spc="-60" dirty="0">
                <a:solidFill>
                  <a:srgbClr val="931100"/>
                </a:solidFill>
                <a:latin typeface="Times New Roman"/>
                <a:cs typeface="Arial"/>
              </a:rPr>
              <a:t>Vi</a:t>
            </a:r>
            <a:r>
              <a:rPr sz="2800" spc="-60" dirty="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5695" y="41447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695" y="49195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5646" y="4820792"/>
            <a:ext cx="4711954" cy="88678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  <a:tabLst>
                <a:tab pos="1152525" algn="l"/>
              </a:tabLst>
            </a:pPr>
            <a:r>
              <a:rPr sz="2800" spc="135" dirty="0">
                <a:solidFill>
                  <a:srgbClr val="414141"/>
                </a:solidFill>
                <a:latin typeface="Times New Roman"/>
                <a:cs typeface="Times New Roman"/>
              </a:rPr>
              <a:t>Group	</a:t>
            </a:r>
            <a:r>
              <a:rPr sz="2800" spc="110" dirty="0">
                <a:solidFill>
                  <a:srgbClr val="414141"/>
                </a:solidFill>
                <a:latin typeface="Times New Roman"/>
                <a:cs typeface="Times New Roman"/>
              </a:rPr>
              <a:t>validation</a:t>
            </a:r>
            <a:r>
              <a:rPr sz="2800" spc="25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mark</a:t>
            </a:r>
            <a:r>
              <a:rPr lang="fr-FR"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en-US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lang="en-US" sz="2800" b="1" i="1" spc="-5" dirty="0">
                <a:solidFill>
                  <a:srgbClr val="931100"/>
                </a:solidFill>
                <a:latin typeface="Times New Roman"/>
                <a:cs typeface="Arial"/>
              </a:rPr>
              <a:t>Vg</a:t>
            </a:r>
            <a:r>
              <a:rPr lang="en-US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lang="en-US"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2525" algn="l"/>
              </a:tabLst>
            </a:pP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695" y="5249036"/>
            <a:ext cx="4005579" cy="807272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3050"/>
              </a:lnSpc>
            </a:pPr>
            <a:endParaRPr lang="fr-FR" sz="2800" spc="110">
              <a:solidFill>
                <a:srgbClr val="414141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3050"/>
              </a:lnSpc>
            </a:pPr>
            <a:r>
              <a:rPr sz="2800" spc="110" dirty="0">
                <a:solidFill>
                  <a:srgbClr val="414141"/>
                </a:solidFill>
                <a:latin typeface="Times New Roman"/>
                <a:cs typeface="Times New Roman"/>
              </a:rPr>
              <a:t>Phase</a:t>
            </a:r>
            <a:r>
              <a:rPr sz="2800" spc="24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35" dirty="0">
                <a:solidFill>
                  <a:srgbClr val="414141"/>
                </a:solidFill>
                <a:latin typeface="Times New Roman"/>
                <a:cs typeface="Times New Roman"/>
              </a:rPr>
              <a:t>individual</a:t>
            </a:r>
            <a:r>
              <a:rPr sz="2800" spc="32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mark</a:t>
            </a:r>
            <a:r>
              <a:rPr sz="2800" spc="-17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FF2500"/>
                </a:solidFill>
                <a:latin typeface="Times New Roman"/>
                <a:cs typeface="Arial"/>
              </a:rPr>
              <a:t>Pi</a:t>
            </a:r>
            <a:endParaRPr sz="2800" dirty="0">
              <a:latin typeface="Times New Roman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693" y="56944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5695" y="64691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5646" y="6371971"/>
            <a:ext cx="2789555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FF2500"/>
                </a:solidFill>
                <a:latin typeface="Times New Roman"/>
                <a:cs typeface="Arial"/>
              </a:rPr>
              <a:t>Pi</a:t>
            </a:r>
            <a:r>
              <a:rPr sz="2800" b="1" i="1" spc="-15" dirty="0">
                <a:solidFill>
                  <a:srgbClr val="FF2500"/>
                </a:solidFill>
                <a:latin typeface="Times New Roman"/>
                <a:cs typeface="Arial"/>
              </a:rPr>
              <a:t> </a:t>
            </a:r>
            <a:r>
              <a:rPr sz="2800" spc="-5" dirty="0">
                <a:solidFill>
                  <a:srgbClr val="202020"/>
                </a:solidFill>
                <a:latin typeface="Times New Roman"/>
                <a:cs typeface="Times New Roman"/>
              </a:rPr>
              <a:t>=</a:t>
            </a:r>
            <a:r>
              <a:rPr sz="2800" spc="229" dirty="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202020"/>
                </a:solidFill>
                <a:latin typeface="Times New Roman"/>
                <a:cs typeface="Times New Roman"/>
              </a:rPr>
              <a:t>(</a:t>
            </a:r>
            <a:r>
              <a:rPr sz="2800" spc="-5" dirty="0">
                <a:solidFill>
                  <a:srgbClr val="001892"/>
                </a:solidFill>
                <a:latin typeface="Times New Roman"/>
                <a:cs typeface="Times New Roman"/>
              </a:rPr>
              <a:t>S</a:t>
            </a:r>
            <a:r>
              <a:rPr sz="2800" spc="-95" dirty="0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+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x</a:t>
            </a:r>
            <a:r>
              <a:rPr sz="2800" spc="-275" dirty="0"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931100"/>
                </a:solidFill>
                <a:latin typeface="Times New Roman"/>
                <a:cs typeface="Times New Roman"/>
              </a:rPr>
              <a:t>V</a:t>
            </a:r>
            <a:r>
              <a:rPr sz="2800" spc="155" dirty="0">
                <a:solidFill>
                  <a:srgbClr val="931100"/>
                </a:solidFill>
                <a:latin typeface="Times New Roman"/>
                <a:cs typeface="Times New Roman"/>
              </a:rPr>
              <a:t>i</a:t>
            </a:r>
            <a:r>
              <a:rPr sz="2800" spc="150" dirty="0">
                <a:latin typeface="Times New Roman"/>
                <a:cs typeface="Times New Roman"/>
              </a:rPr>
              <a:t>)/</a:t>
            </a:r>
            <a:r>
              <a:rPr sz="2800" spc="-5" dirty="0">
                <a:latin typeface="Times New Roman"/>
                <a:cs typeface="Times New Roman"/>
              </a:rPr>
              <a:t>3</a:t>
            </a:r>
            <a:endParaRPr lang="fr-FR" sz="2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5695" y="7243953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85646" y="7145273"/>
            <a:ext cx="4940554" cy="4430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02485" algn="l"/>
              </a:tabLst>
            </a:pPr>
            <a:r>
              <a:rPr sz="2800" spc="140" dirty="0">
                <a:solidFill>
                  <a:srgbClr val="414141"/>
                </a:solidFill>
                <a:latin typeface="Times New Roman"/>
                <a:cs typeface="Times New Roman"/>
              </a:rPr>
              <a:t>Ph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40" dirty="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26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90" dirty="0">
                <a:solidFill>
                  <a:srgbClr val="414141"/>
                </a:solidFill>
                <a:latin typeface="Times New Roman"/>
                <a:cs typeface="Times New Roman"/>
              </a:rPr>
              <a:t>g</a:t>
            </a:r>
            <a:r>
              <a:rPr sz="2800" spc="185" dirty="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190" dirty="0">
                <a:solidFill>
                  <a:srgbClr val="414141"/>
                </a:solidFill>
                <a:latin typeface="Times New Roman"/>
                <a:cs typeface="Times New Roman"/>
              </a:rPr>
              <a:t>ou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p</a:t>
            </a:r>
            <a:r>
              <a:rPr sz="2800" dirty="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165" dirty="0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2800" spc="175" dirty="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85" dirty="0">
                <a:solidFill>
                  <a:srgbClr val="414141"/>
                </a:solidFill>
                <a:latin typeface="Times New Roman"/>
                <a:cs typeface="Times New Roman"/>
              </a:rPr>
              <a:t>r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k</a:t>
            </a:r>
            <a:r>
              <a:rPr lang="fr-FR"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  </a:t>
            </a:r>
            <a:r>
              <a:rPr sz="2800" b="1" i="1" spc="-10" dirty="0">
                <a:solidFill>
                  <a:srgbClr val="005392"/>
                </a:solidFill>
                <a:latin typeface="Times New Roman"/>
                <a:cs typeface="Arial"/>
              </a:rPr>
              <a:t>Pg</a:t>
            </a:r>
            <a:endParaRPr lang="fr-FR" sz="2800" dirty="0">
              <a:latin typeface="Times New Roman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5646" y="8018780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55419" y="7919973"/>
            <a:ext cx="1177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85">
                <a:solidFill>
                  <a:srgbClr val="005392"/>
                </a:solidFill>
                <a:latin typeface="Times New Roman"/>
                <a:cs typeface="Times New Roman"/>
              </a:rPr>
              <a:t>Pg</a:t>
            </a:r>
            <a:r>
              <a:rPr sz="2800" spc="85">
                <a:solidFill>
                  <a:srgbClr val="414141"/>
                </a:solidFill>
                <a:latin typeface="Times New Roman"/>
                <a:cs typeface="Times New Roman"/>
              </a:rPr>
              <a:t>=</a:t>
            </a:r>
            <a:r>
              <a:rPr sz="2800" spc="-7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60">
                <a:solidFill>
                  <a:srgbClr val="931100"/>
                </a:solidFill>
                <a:latin typeface="Times New Roman"/>
                <a:cs typeface="Times New Roman"/>
              </a:rPr>
              <a:t>Vg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pc="-515"/>
              <a:t>Assessment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2594864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5" y="2495753"/>
            <a:ext cx="22529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60">
                <a:solidFill>
                  <a:srgbClr val="414141"/>
                </a:solidFill>
                <a:latin typeface="Times New Roman"/>
                <a:cs typeface="Times New Roman"/>
              </a:rPr>
              <a:t>Final</a:t>
            </a:r>
            <a:r>
              <a:rPr sz="2800" spc="13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80">
                <a:solidFill>
                  <a:srgbClr val="414141"/>
                </a:solidFill>
                <a:latin typeface="Times New Roman"/>
                <a:cs typeface="Times New Roman"/>
              </a:rPr>
              <a:t>Mark:</a:t>
            </a:r>
            <a:r>
              <a:rPr sz="2800" spc="-5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b="1" spc="-5">
                <a:solidFill>
                  <a:srgbClr val="FF2500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693" y="3369691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695" y="3270580"/>
            <a:ext cx="4093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49220" algn="l"/>
              </a:tabLst>
            </a:pPr>
            <a:r>
              <a:rPr sz="2800" spc="60">
                <a:solidFill>
                  <a:srgbClr val="414141"/>
                </a:solidFill>
                <a:latin typeface="Times New Roman"/>
                <a:cs typeface="Times New Roman"/>
              </a:rPr>
              <a:t>Final</a:t>
            </a:r>
            <a:r>
              <a:rPr sz="2800" spc="18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35">
                <a:solidFill>
                  <a:srgbClr val="414141"/>
                </a:solidFill>
                <a:latin typeface="Times New Roman"/>
                <a:cs typeface="Times New Roman"/>
              </a:rPr>
              <a:t>individual	</a:t>
            </a:r>
            <a:r>
              <a:rPr sz="2800" spc="130">
                <a:solidFill>
                  <a:srgbClr val="414141"/>
                </a:solidFill>
                <a:latin typeface="Times New Roman"/>
                <a:cs typeface="Times New Roman"/>
              </a:rPr>
              <a:t>mark</a:t>
            </a:r>
            <a:r>
              <a:rPr sz="2800" spc="-14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b="1" spc="-5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5695" y="41447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5646" y="4045966"/>
            <a:ext cx="6337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 b="1" spc="5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=</a:t>
            </a:r>
            <a:r>
              <a:rPr sz="2800" spc="21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-75">
                <a:solidFill>
                  <a:srgbClr val="931100"/>
                </a:solidFill>
                <a:latin typeface="Times New Roman"/>
                <a:cs typeface="Times New Roman"/>
              </a:rPr>
              <a:t>a</a:t>
            </a:r>
            <a:r>
              <a:rPr sz="2800" i="1" spc="-85">
                <a:solidFill>
                  <a:srgbClr val="931100"/>
                </a:solidFill>
                <a:latin typeface="Times New Roman"/>
                <a:cs typeface="Times New Roman"/>
              </a:rPr>
              <a:t>ve</a:t>
            </a:r>
            <a:r>
              <a:rPr sz="2800" i="1" spc="-75">
                <a:solidFill>
                  <a:srgbClr val="931100"/>
                </a:solidFill>
                <a:latin typeface="Times New Roman"/>
                <a:cs typeface="Times New Roman"/>
              </a:rPr>
              <a:t>rag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e</a:t>
            </a:r>
            <a:r>
              <a:rPr sz="2800" i="1" spc="-14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i="1" spc="-85">
                <a:solidFill>
                  <a:srgbClr val="931100"/>
                </a:solidFill>
                <a:latin typeface="Times New Roman"/>
                <a:cs typeface="Times New Roman"/>
              </a:rPr>
              <a:t>o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f</a:t>
            </a:r>
            <a:r>
              <a:rPr sz="2800" i="1" spc="-185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t</a:t>
            </a:r>
            <a:r>
              <a:rPr sz="2800" i="1">
                <a:solidFill>
                  <a:srgbClr val="931100"/>
                </a:solidFill>
                <a:latin typeface="Times New Roman"/>
                <a:cs typeface="Times New Roman"/>
              </a:rPr>
              <a:t>h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e</a:t>
            </a:r>
            <a:r>
              <a:rPr sz="2800" i="1" spc="-1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4</a:t>
            </a:r>
            <a:r>
              <a:rPr sz="2800" i="1" spc="5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i="1" spc="-60">
                <a:solidFill>
                  <a:srgbClr val="931100"/>
                </a:solidFill>
                <a:latin typeface="Times New Roman"/>
                <a:cs typeface="Times New Roman"/>
              </a:rPr>
              <a:t>pha</a:t>
            </a:r>
            <a:r>
              <a:rPr sz="2800" i="1" spc="-65">
                <a:solidFill>
                  <a:srgbClr val="931100"/>
                </a:solidFill>
                <a:latin typeface="Times New Roman"/>
                <a:cs typeface="Times New Roman"/>
              </a:rPr>
              <a:t>s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e</a:t>
            </a:r>
            <a:r>
              <a:rPr sz="2800" i="1" spc="-17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i="1" spc="20">
                <a:solidFill>
                  <a:srgbClr val="931100"/>
                </a:solidFill>
                <a:latin typeface="Times New Roman"/>
                <a:cs typeface="Times New Roman"/>
              </a:rPr>
              <a:t>indi</a:t>
            </a:r>
            <a:r>
              <a:rPr sz="2800" i="1" spc="10">
                <a:solidFill>
                  <a:srgbClr val="931100"/>
                </a:solidFill>
                <a:latin typeface="Times New Roman"/>
                <a:cs typeface="Times New Roman"/>
              </a:rPr>
              <a:t>v</a:t>
            </a:r>
            <a:r>
              <a:rPr sz="2800" i="1" spc="20">
                <a:solidFill>
                  <a:srgbClr val="931100"/>
                </a:solidFill>
                <a:latin typeface="Times New Roman"/>
                <a:cs typeface="Times New Roman"/>
              </a:rPr>
              <a:t>idua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l</a:t>
            </a:r>
            <a:r>
              <a:rPr sz="2800" i="1" spc="9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i="1" spc="-5">
                <a:solidFill>
                  <a:srgbClr val="931100"/>
                </a:solidFill>
                <a:latin typeface="Times New Roman"/>
                <a:cs typeface="Times New Roman"/>
              </a:rPr>
              <a:t>marks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93" y="49195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695" y="4822317"/>
            <a:ext cx="3489325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2785" algn="l"/>
              </a:tabLst>
            </a:pPr>
            <a:r>
              <a:rPr sz="2800" spc="60" dirty="0">
                <a:solidFill>
                  <a:srgbClr val="414141"/>
                </a:solidFill>
                <a:latin typeface="Times New Roman"/>
                <a:cs typeface="Times New Roman"/>
              </a:rPr>
              <a:t>Final</a:t>
            </a:r>
            <a:r>
              <a:rPr sz="2800" spc="19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50" dirty="0">
                <a:solidFill>
                  <a:srgbClr val="414141"/>
                </a:solidFill>
                <a:latin typeface="Times New Roman"/>
                <a:cs typeface="Times New Roman"/>
              </a:rPr>
              <a:t>group	</a:t>
            </a:r>
            <a:r>
              <a:rPr sz="2800" spc="130" dirty="0">
                <a:solidFill>
                  <a:srgbClr val="414141"/>
                </a:solidFill>
                <a:latin typeface="Times New Roman"/>
                <a:cs typeface="Times New Roman"/>
              </a:rPr>
              <a:t>mark</a:t>
            </a:r>
            <a:r>
              <a:rPr sz="2800" spc="-165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70" dirty="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b="1" spc="-70" dirty="0">
                <a:solidFill>
                  <a:srgbClr val="001892"/>
                </a:solidFill>
                <a:latin typeface="Times New Roman"/>
                <a:cs typeface="Arial"/>
              </a:rPr>
              <a:t>Fg</a:t>
            </a:r>
            <a:r>
              <a:rPr sz="2800" spc="-70" dirty="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5695" y="56944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5646" y="5597144"/>
            <a:ext cx="6417310" cy="452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65" dirty="0">
                <a:solidFill>
                  <a:srgbClr val="001892"/>
                </a:solidFill>
                <a:latin typeface="Times New Roman"/>
                <a:cs typeface="Arial"/>
              </a:rPr>
              <a:t>F</a:t>
            </a:r>
            <a:r>
              <a:rPr sz="2800" b="1" spc="-5" dirty="0">
                <a:solidFill>
                  <a:srgbClr val="001892"/>
                </a:solidFill>
                <a:latin typeface="Times New Roman"/>
                <a:cs typeface="Arial"/>
              </a:rPr>
              <a:t>g</a:t>
            </a:r>
            <a:r>
              <a:rPr sz="2800" b="1" spc="-305" dirty="0">
                <a:solidFill>
                  <a:srgbClr val="001892"/>
                </a:solidFill>
                <a:latin typeface="Times New Roman"/>
                <a:cs typeface="Arial"/>
              </a:rPr>
              <a:t> </a:t>
            </a:r>
            <a:r>
              <a:rPr sz="2800" spc="-5" dirty="0">
                <a:solidFill>
                  <a:srgbClr val="414141"/>
                </a:solidFill>
                <a:latin typeface="Times New Roman"/>
                <a:cs typeface="Times New Roman"/>
              </a:rPr>
              <a:t>=</a:t>
            </a:r>
            <a:r>
              <a:rPr sz="2800" spc="229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i="1" spc="-75" dirty="0">
                <a:solidFill>
                  <a:srgbClr val="001892"/>
                </a:solidFill>
                <a:latin typeface="Times New Roman"/>
                <a:cs typeface="Times New Roman"/>
              </a:rPr>
              <a:t>a</a:t>
            </a:r>
            <a:r>
              <a:rPr sz="2800" i="1" spc="-85" dirty="0">
                <a:solidFill>
                  <a:srgbClr val="001892"/>
                </a:solidFill>
                <a:latin typeface="Times New Roman"/>
                <a:cs typeface="Times New Roman"/>
              </a:rPr>
              <a:t>ve</a:t>
            </a:r>
            <a:r>
              <a:rPr sz="2800" i="1" spc="-75" dirty="0">
                <a:solidFill>
                  <a:srgbClr val="001892"/>
                </a:solidFill>
                <a:latin typeface="Times New Roman"/>
                <a:cs typeface="Times New Roman"/>
              </a:rPr>
              <a:t>rag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e</a:t>
            </a:r>
            <a:r>
              <a:rPr sz="2800" i="1" spc="-140" dirty="0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i="1" spc="-85" dirty="0">
                <a:solidFill>
                  <a:srgbClr val="001892"/>
                </a:solidFill>
                <a:latin typeface="Times New Roman"/>
                <a:cs typeface="Times New Roman"/>
              </a:rPr>
              <a:t>o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f</a:t>
            </a:r>
            <a:r>
              <a:rPr sz="2800" i="1" spc="-180" dirty="0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t</a:t>
            </a:r>
            <a:r>
              <a:rPr sz="2800" i="1" dirty="0">
                <a:solidFill>
                  <a:srgbClr val="001892"/>
                </a:solidFill>
                <a:latin typeface="Times New Roman"/>
                <a:cs typeface="Times New Roman"/>
              </a:rPr>
              <a:t>h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e</a:t>
            </a:r>
            <a:r>
              <a:rPr sz="2800" i="1" spc="-10" dirty="0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4</a:t>
            </a:r>
            <a:r>
              <a:rPr sz="2800" i="1" spc="5" dirty="0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i="1" spc="-60" dirty="0">
                <a:solidFill>
                  <a:srgbClr val="001892"/>
                </a:solidFill>
                <a:latin typeface="Times New Roman"/>
                <a:cs typeface="Times New Roman"/>
              </a:rPr>
              <a:t>pha</a:t>
            </a:r>
            <a:r>
              <a:rPr sz="2800" i="1" spc="-65" dirty="0">
                <a:solidFill>
                  <a:srgbClr val="001892"/>
                </a:solidFill>
                <a:latin typeface="Times New Roman"/>
                <a:cs typeface="Times New Roman"/>
              </a:rPr>
              <a:t>s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e</a:t>
            </a:r>
            <a:r>
              <a:rPr sz="2800" i="1" spc="-180" dirty="0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i="1" spc="20" dirty="0">
                <a:solidFill>
                  <a:srgbClr val="001892"/>
                </a:solidFill>
                <a:latin typeface="Times New Roman"/>
                <a:cs typeface="Times New Roman"/>
              </a:rPr>
              <a:t>indi</a:t>
            </a:r>
            <a:r>
              <a:rPr sz="2800" i="1" spc="10" dirty="0">
                <a:solidFill>
                  <a:srgbClr val="001892"/>
                </a:solidFill>
                <a:latin typeface="Times New Roman"/>
                <a:cs typeface="Times New Roman"/>
              </a:rPr>
              <a:t>v</a:t>
            </a:r>
            <a:r>
              <a:rPr sz="2800" i="1" spc="20" dirty="0">
                <a:solidFill>
                  <a:srgbClr val="001892"/>
                </a:solidFill>
                <a:latin typeface="Times New Roman"/>
                <a:cs typeface="Times New Roman"/>
              </a:rPr>
              <a:t>idua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l</a:t>
            </a:r>
            <a:r>
              <a:rPr sz="2800" i="1" spc="170" dirty="0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1892"/>
                </a:solidFill>
                <a:latin typeface="Times New Roman"/>
                <a:cs typeface="Times New Roman"/>
              </a:rPr>
              <a:t>marks</a:t>
            </a:r>
            <a:endParaRPr lang="fr-FR"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5693" y="64691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4391" y="6370447"/>
            <a:ext cx="276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Phases</a:t>
            </a:r>
            <a:r>
              <a:rPr sz="2800" spc="4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40">
                <a:solidFill>
                  <a:srgbClr val="414141"/>
                </a:solidFill>
                <a:latin typeface="Times New Roman"/>
                <a:cs typeface="Times New Roman"/>
              </a:rPr>
              <a:t>coefficient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5695" y="7243953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5695" y="8018780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85646" y="7919973"/>
            <a:ext cx="3081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8075" algn="l"/>
              </a:tabLst>
            </a:pPr>
            <a:r>
              <a:rPr sz="2800" spc="140">
                <a:solidFill>
                  <a:srgbClr val="414141"/>
                </a:solidFill>
                <a:latin typeface="Times New Roman"/>
                <a:cs typeface="Times New Roman"/>
              </a:rPr>
              <a:t>Ph</a:t>
            </a:r>
            <a:r>
              <a:rPr sz="2800" spc="13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4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2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2, 3</a:t>
            </a:r>
            <a:r>
              <a:rPr sz="280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215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225">
                <a:solidFill>
                  <a:srgbClr val="414141"/>
                </a:solidFill>
                <a:latin typeface="Times New Roman"/>
                <a:cs typeface="Times New Roman"/>
              </a:rPr>
              <a:t>n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d</a:t>
            </a:r>
            <a:r>
              <a:rPr sz="2800">
                <a:solidFill>
                  <a:srgbClr val="414141"/>
                </a:solidFill>
                <a:latin typeface="Times New Roman"/>
                <a:cs typeface="Times New Roman"/>
              </a:rPr>
              <a:t>	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4</a:t>
            </a:r>
            <a:r>
              <a:rPr sz="280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=</a:t>
            </a:r>
            <a:r>
              <a:rPr sz="2800" spc="-34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A93B4A01-719B-ABD8-5BF3-E9FB975EDBAE}"/>
              </a:ext>
            </a:extLst>
          </p:cNvPr>
          <p:cNvSpPr txBox="1"/>
          <p:nvPr/>
        </p:nvSpPr>
        <p:spPr>
          <a:xfrm>
            <a:off x="1427385" y="7162586"/>
            <a:ext cx="3081020" cy="4430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  <a:tabLst>
                <a:tab pos="2378075" algn="l"/>
              </a:tabLst>
            </a:pPr>
            <a:r>
              <a:rPr sz="2800" spc="140">
                <a:solidFill>
                  <a:srgbClr val="414141"/>
                </a:solidFill>
                <a:latin typeface="Times New Roman"/>
                <a:cs typeface="Times New Roman"/>
              </a:rPr>
              <a:t>Ph</a:t>
            </a:r>
            <a:r>
              <a:rPr sz="2800" spc="130">
                <a:solidFill>
                  <a:srgbClr val="414141"/>
                </a:solidFill>
                <a:latin typeface="Times New Roman"/>
                <a:cs typeface="Times New Roman"/>
              </a:rPr>
              <a:t>a</a:t>
            </a:r>
            <a:r>
              <a:rPr sz="2800" spc="140">
                <a:solidFill>
                  <a:srgbClr val="414141"/>
                </a:solidFill>
                <a:latin typeface="Times New Roman"/>
                <a:cs typeface="Times New Roman"/>
              </a:rPr>
              <a:t>s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e</a:t>
            </a:r>
            <a:r>
              <a:rPr sz="2800" spc="26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lang="fr-FR" sz="2800" spc="-5">
                <a:solidFill>
                  <a:srgbClr val="414141"/>
                </a:solidFill>
                <a:latin typeface="Times New Roman"/>
                <a:cs typeface="Times New Roman"/>
              </a:rPr>
              <a:t>1 and 5 =1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pc="-515"/>
              <a:t>Assessment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93" y="2594864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695" y="2495753"/>
            <a:ext cx="1397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IF</a:t>
            </a:r>
            <a:r>
              <a:rPr sz="2800" spc="-1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b="1" spc="-10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 b="1" spc="-12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spc="30">
                <a:solidFill>
                  <a:srgbClr val="414141"/>
                </a:solidFill>
                <a:latin typeface="Times New Roman"/>
                <a:cs typeface="Times New Roman"/>
              </a:rPr>
              <a:t>&gt;</a:t>
            </a:r>
            <a:r>
              <a:rPr sz="2800" spc="30">
                <a:solidFill>
                  <a:srgbClr val="FF2500"/>
                </a:solidFill>
                <a:latin typeface="Times New Roman"/>
                <a:cs typeface="Times New Roman"/>
              </a:rPr>
              <a:t>10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5695" y="3369691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5646" y="3270580"/>
            <a:ext cx="2202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If</a:t>
            </a:r>
            <a:r>
              <a:rPr sz="2800" spc="5">
                <a:solidFill>
                  <a:srgbClr val="414141"/>
                </a:solidFill>
                <a:latin typeface="Times New Roman"/>
                <a:cs typeface="Times New Roman"/>
              </a:rPr>
              <a:t> (</a:t>
            </a:r>
            <a:r>
              <a:rPr sz="2800" spc="5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–</a:t>
            </a:r>
            <a:r>
              <a:rPr sz="2800" spc="-1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30">
                <a:solidFill>
                  <a:srgbClr val="001892"/>
                </a:solidFill>
                <a:latin typeface="Times New Roman"/>
                <a:cs typeface="Times New Roman"/>
              </a:rPr>
              <a:t>Fg</a:t>
            </a:r>
            <a:r>
              <a:rPr sz="2800" spc="30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r>
              <a:rPr sz="2800" spc="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&gt;</a:t>
            </a:r>
            <a:r>
              <a:rPr sz="2800" spc="-4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FF25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5646" y="4144772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44445" y="4045966"/>
            <a:ext cx="43364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2800" spc="2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=</a:t>
            </a:r>
            <a:r>
              <a:rPr sz="2800" spc="22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5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spc="5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 spc="2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x</a:t>
            </a:r>
            <a:r>
              <a:rPr sz="2800" spc="8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60%)</a:t>
            </a:r>
            <a:r>
              <a:rPr sz="2800" spc="1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0">
                <a:solidFill>
                  <a:srgbClr val="414141"/>
                </a:solidFill>
                <a:latin typeface="Times New Roman"/>
                <a:cs typeface="Times New Roman"/>
              </a:rPr>
              <a:t>+(</a:t>
            </a:r>
            <a:r>
              <a:rPr sz="2800" spc="100">
                <a:solidFill>
                  <a:srgbClr val="001892"/>
                </a:solidFill>
                <a:latin typeface="Times New Roman"/>
                <a:cs typeface="Times New Roman"/>
              </a:rPr>
              <a:t>Fg</a:t>
            </a:r>
            <a:r>
              <a:rPr sz="2800" spc="105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x</a:t>
            </a:r>
            <a:r>
              <a:rPr sz="2800" spc="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40%)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5646" y="4919598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5419" y="4820792"/>
            <a:ext cx="2202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If</a:t>
            </a:r>
            <a:r>
              <a:rPr sz="2800" spc="1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3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spc="30">
                <a:solidFill>
                  <a:srgbClr val="001892"/>
                </a:solidFill>
                <a:latin typeface="Times New Roman"/>
                <a:cs typeface="Times New Roman"/>
              </a:rPr>
              <a:t>Fg</a:t>
            </a:r>
            <a:r>
              <a:rPr sz="2800" spc="95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–</a:t>
            </a:r>
            <a:r>
              <a:rPr sz="2800" spc="-1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5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 spc="5">
                <a:solidFill>
                  <a:srgbClr val="414141"/>
                </a:solidFill>
                <a:latin typeface="Times New Roman"/>
                <a:cs typeface="Times New Roman"/>
              </a:rPr>
              <a:t>)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 &gt;</a:t>
            </a:r>
            <a:r>
              <a:rPr sz="2800" spc="-4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FF25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5419" y="56944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4345" y="5595620"/>
            <a:ext cx="43364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M</a:t>
            </a:r>
            <a:r>
              <a:rPr sz="2800" spc="29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=</a:t>
            </a:r>
            <a:r>
              <a:rPr sz="2800" spc="22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5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spc="5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 spc="2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x</a:t>
            </a:r>
            <a:r>
              <a:rPr sz="2800" spc="8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90%)</a:t>
            </a:r>
            <a:r>
              <a:rPr sz="2800" spc="1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100">
                <a:solidFill>
                  <a:srgbClr val="414141"/>
                </a:solidFill>
                <a:latin typeface="Times New Roman"/>
                <a:cs typeface="Times New Roman"/>
              </a:rPr>
              <a:t>+(</a:t>
            </a:r>
            <a:r>
              <a:rPr sz="2800" spc="100">
                <a:solidFill>
                  <a:srgbClr val="001892"/>
                </a:solidFill>
                <a:latin typeface="Times New Roman"/>
                <a:cs typeface="Times New Roman"/>
              </a:rPr>
              <a:t>Fg</a:t>
            </a:r>
            <a:r>
              <a:rPr sz="2800" spc="105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x</a:t>
            </a:r>
            <a:r>
              <a:rPr sz="2800" spc="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10%)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5646" y="6469126"/>
            <a:ext cx="21272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">
                <a:solidFill>
                  <a:srgbClr val="929292"/>
                </a:solidFill>
                <a:latin typeface="Segoe UI Symbol"/>
                <a:cs typeface="Segoe UI Symbol"/>
              </a:rPr>
              <a:t>❖</a:t>
            </a:r>
            <a:endParaRPr sz="165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55419" y="6370447"/>
            <a:ext cx="5083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40">
                <a:solidFill>
                  <a:srgbClr val="414141"/>
                </a:solidFill>
                <a:latin typeface="Times New Roman"/>
                <a:cs typeface="Times New Roman"/>
              </a:rPr>
              <a:t>Else</a:t>
            </a:r>
            <a:r>
              <a:rPr sz="2800" spc="3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b="1" spc="-5">
                <a:solidFill>
                  <a:srgbClr val="FF2500"/>
                </a:solidFill>
                <a:latin typeface="Times New Roman"/>
                <a:cs typeface="Times New Roman"/>
              </a:rPr>
              <a:t>M</a:t>
            </a:r>
            <a:r>
              <a:rPr sz="2800" b="1" spc="135">
                <a:solidFill>
                  <a:srgbClr val="FF2500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=</a:t>
            </a:r>
            <a:r>
              <a:rPr sz="2800" spc="10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5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spc="5">
                <a:solidFill>
                  <a:srgbClr val="931100"/>
                </a:solidFill>
                <a:latin typeface="Times New Roman"/>
                <a:cs typeface="Times New Roman"/>
              </a:rPr>
              <a:t>Fi</a:t>
            </a:r>
            <a:r>
              <a:rPr sz="2800" spc="-10">
                <a:solidFill>
                  <a:srgbClr val="931100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x</a:t>
            </a:r>
            <a:r>
              <a:rPr sz="2800" spc="3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70%)</a:t>
            </a:r>
            <a:r>
              <a:rPr sz="2800" spc="15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+</a:t>
            </a:r>
            <a:r>
              <a:rPr sz="2800" spc="9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30">
                <a:solidFill>
                  <a:srgbClr val="414141"/>
                </a:solidFill>
                <a:latin typeface="Times New Roman"/>
                <a:cs typeface="Times New Roman"/>
              </a:rPr>
              <a:t>(</a:t>
            </a:r>
            <a:r>
              <a:rPr sz="2800" spc="30">
                <a:solidFill>
                  <a:srgbClr val="001892"/>
                </a:solidFill>
                <a:latin typeface="Times New Roman"/>
                <a:cs typeface="Times New Roman"/>
              </a:rPr>
              <a:t>Fg</a:t>
            </a:r>
            <a:r>
              <a:rPr sz="2800" spc="45">
                <a:solidFill>
                  <a:srgbClr val="001892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x</a:t>
            </a:r>
            <a:r>
              <a:rPr sz="2800" spc="3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800" spc="-5">
                <a:solidFill>
                  <a:srgbClr val="414141"/>
                </a:solidFill>
                <a:latin typeface="Times New Roman"/>
                <a:cs typeface="Times New Roman"/>
              </a:rPr>
              <a:t>30%)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1414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Personnalisé</PresentationFormat>
  <Slides>16</Slides>
  <Notes>5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Office Theme</vt:lpstr>
      <vt:lpstr>Présentation PowerPoint</vt:lpstr>
      <vt:lpstr>Presentation</vt:lpstr>
      <vt:lpstr>Objectives of the project</vt:lpstr>
      <vt:lpstr>Sustainable Development Goals</vt:lpstr>
      <vt:lpstr>Skills:</vt:lpstr>
      <vt:lpstr>Tutors</vt:lpstr>
      <vt:lpstr>Schedule</vt:lpstr>
      <vt:lpstr>Schedule</vt:lpstr>
      <vt:lpstr>Phase 1 : Design</vt:lpstr>
      <vt:lpstr>Phase2: Setting up the Infrastructure</vt:lpstr>
      <vt:lpstr>Phase3: Software Deployment Environment</vt:lpstr>
      <vt:lpstr>Phase 4: Application Development</vt:lpstr>
      <vt:lpstr>Phase 5: Application Deployement </vt:lpstr>
      <vt:lpstr>Assessment</vt:lpstr>
      <vt:lpstr>Assessment</vt:lpstr>
      <vt:lpstr>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Cloud</dc:title>
  <dc:creator>Soumaya</dc:creator>
  <cp:revision>318</cp:revision>
  <dcterms:created xsi:type="dcterms:W3CDTF">2023-10-23T00:00:50Z</dcterms:created>
  <dcterms:modified xsi:type="dcterms:W3CDTF">2025-10-30T23:38:19Z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2023-10-23T00:00:00Z</vt:filetime>
  </property>
</Properties>
</file>